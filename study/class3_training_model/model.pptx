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29229-5267-4DE9-A1A5-DCD0D870BA73}" v="13" dt="2026-10-19T03:32:4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0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y Zhang" userId="f228b115-2c85-4ee8-9eb3-79fdcf4c6855" providerId="ADAL" clId="{6F5C4D4A-E967-421F-BCE5-F87453D7071D}"/>
    <pc:docChg chg="undo custSel addSld modSld">
      <pc:chgData name="Jacky Zhang" userId="f228b115-2c85-4ee8-9eb3-79fdcf4c6855" providerId="ADAL" clId="{6F5C4D4A-E967-421F-BCE5-F87453D7071D}" dt="2026-10-19T03:38:39.572" v="390" actId="1076"/>
      <pc:docMkLst>
        <pc:docMk/>
      </pc:docMkLst>
      <pc:sldChg chg="addSp modSp mod">
        <pc:chgData name="Jacky Zhang" userId="f228b115-2c85-4ee8-9eb3-79fdcf4c6855" providerId="ADAL" clId="{6F5C4D4A-E967-421F-BCE5-F87453D7071D}" dt="2026-10-19T03:09:07.412" v="95" actId="1076"/>
        <pc:sldMkLst>
          <pc:docMk/>
          <pc:sldMk cId="2005087531" sldId="256"/>
        </pc:sldMkLst>
        <pc:spChg chg="mod">
          <ac:chgData name="Jacky Zhang" userId="f228b115-2c85-4ee8-9eb3-79fdcf4c6855" providerId="ADAL" clId="{6F5C4D4A-E967-421F-BCE5-F87453D7071D}" dt="2026-10-19T03:03:40.884" v="4" actId="1076"/>
          <ac:spMkLst>
            <pc:docMk/>
            <pc:sldMk cId="2005087531" sldId="256"/>
            <ac:spMk id="6" creationId="{5699DA15-58E1-A4C1-73BE-71CEEA0B7A2B}"/>
          </ac:spMkLst>
        </pc:spChg>
        <pc:spChg chg="mod">
          <ac:chgData name="Jacky Zhang" userId="f228b115-2c85-4ee8-9eb3-79fdcf4c6855" providerId="ADAL" clId="{6F5C4D4A-E967-421F-BCE5-F87453D7071D}" dt="2026-10-19T03:03:43.088" v="5" actId="1076"/>
          <ac:spMkLst>
            <pc:docMk/>
            <pc:sldMk cId="2005087531" sldId="256"/>
            <ac:spMk id="10" creationId="{48543494-F722-38D0-9392-6013C83C3BC3}"/>
          </ac:spMkLst>
        </pc:spChg>
        <pc:spChg chg="add mod">
          <ac:chgData name="Jacky Zhang" userId="f228b115-2c85-4ee8-9eb3-79fdcf4c6855" providerId="ADAL" clId="{6F5C4D4A-E967-421F-BCE5-F87453D7071D}" dt="2026-10-19T03:04:19.980" v="16" actId="1076"/>
          <ac:spMkLst>
            <pc:docMk/>
            <pc:sldMk cId="2005087531" sldId="256"/>
            <ac:spMk id="12" creationId="{005F234A-8553-27E9-10E4-DD91DE4DB884}"/>
          </ac:spMkLst>
        </pc:spChg>
        <pc:spChg chg="add mod">
          <ac:chgData name="Jacky Zhang" userId="f228b115-2c85-4ee8-9eb3-79fdcf4c6855" providerId="ADAL" clId="{6F5C4D4A-E967-421F-BCE5-F87453D7071D}" dt="2026-10-19T03:04:24.855" v="18" actId="1076"/>
          <ac:spMkLst>
            <pc:docMk/>
            <pc:sldMk cId="2005087531" sldId="256"/>
            <ac:spMk id="14" creationId="{5BF18FC6-FE02-3537-BCFD-4E8F8A94F9E1}"/>
          </ac:spMkLst>
        </pc:spChg>
        <pc:spChg chg="add mod">
          <ac:chgData name="Jacky Zhang" userId="f228b115-2c85-4ee8-9eb3-79fdcf4c6855" providerId="ADAL" clId="{6F5C4D4A-E967-421F-BCE5-F87453D7071D}" dt="2026-10-19T03:09:07.412" v="95" actId="1076"/>
          <ac:spMkLst>
            <pc:docMk/>
            <pc:sldMk cId="2005087531" sldId="256"/>
            <ac:spMk id="19" creationId="{6A7A8BFF-98F6-3558-DFE6-3FCE688D909E}"/>
          </ac:spMkLst>
        </pc:spChg>
        <pc:graphicFrameChg chg="add mod modGraphic">
          <ac:chgData name="Jacky Zhang" userId="f228b115-2c85-4ee8-9eb3-79fdcf4c6855" providerId="ADAL" clId="{6F5C4D4A-E967-421F-BCE5-F87453D7071D}" dt="2026-10-19T03:06:41.040" v="54" actId="207"/>
          <ac:graphicFrameMkLst>
            <pc:docMk/>
            <pc:sldMk cId="2005087531" sldId="256"/>
            <ac:graphicFrameMk id="11" creationId="{5F4E7468-2839-7B1D-45F2-67B8AFB57660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5" creationId="{986A0043-8F2B-B338-A342-F40EC5EF843A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7" creationId="{AA8EA332-259B-DBE4-833E-EC21D8A47ADC}"/>
          </ac:graphicFrameMkLst>
        </pc:graphicFrameChg>
        <pc:picChg chg="mod">
          <ac:chgData name="Jacky Zhang" userId="f228b115-2c85-4ee8-9eb3-79fdcf4c6855" providerId="ADAL" clId="{6F5C4D4A-E967-421F-BCE5-F87453D7071D}" dt="2026-10-19T03:03:37.973" v="3" actId="1076"/>
          <ac:picMkLst>
            <pc:docMk/>
            <pc:sldMk cId="2005087531" sldId="256"/>
            <ac:picMk id="5" creationId="{9BE87E4D-73C3-4BE2-3D3A-036A6A2811B3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3:18.174" v="296" actId="20577"/>
        <pc:sldMkLst>
          <pc:docMk/>
          <pc:sldMk cId="4263667116" sldId="257"/>
        </pc:sldMkLst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2" creationId="{B9B481A2-F50E-975F-31CC-32CF9BBFEB82}"/>
          </ac:spMkLst>
        </pc:spChg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3" creationId="{10FD3B0E-70D2-9C3D-064E-1741C986A91A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7" creationId="{283D6387-B11F-FADC-0D49-3D6A74B67A1B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9" creationId="{6EDEB81A-21B9-0073-8EEF-CAAE13E2A992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11" creationId="{A42380F3-A4B2-A27C-0C77-03767EA97844}"/>
          </ac:spMkLst>
        </pc:spChg>
        <pc:spChg chg="add mod">
          <ac:chgData name="Jacky Zhang" userId="f228b115-2c85-4ee8-9eb3-79fdcf4c6855" providerId="ADAL" clId="{6F5C4D4A-E967-421F-BCE5-F87453D7071D}" dt="2026-10-19T03:11:31.752" v="147" actId="14100"/>
          <ac:spMkLst>
            <pc:docMk/>
            <pc:sldMk cId="4263667116" sldId="257"/>
            <ac:spMk id="16" creationId="{B6F8D832-36CF-7F2F-6B4A-7173FA215198}"/>
          </ac:spMkLst>
        </pc:spChg>
        <pc:spChg chg="add mod">
          <ac:chgData name="Jacky Zhang" userId="f228b115-2c85-4ee8-9eb3-79fdcf4c6855" providerId="ADAL" clId="{6F5C4D4A-E967-421F-BCE5-F87453D7071D}" dt="2026-10-19T03:19:49.675" v="170" actId="1076"/>
          <ac:spMkLst>
            <pc:docMk/>
            <pc:sldMk cId="4263667116" sldId="257"/>
            <ac:spMk id="20" creationId="{E29895B5-75C9-5B39-BE36-48BEE5E9E5AB}"/>
          </ac:spMkLst>
        </pc:spChg>
        <pc:graphicFrameChg chg="add mod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5" creationId="{43A96481-AE68-417F-177E-BC85F75DDC91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12" creationId="{F7090972-3B3D-CF12-F893-6D20FD83C95E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8.174" v="296" actId="20577"/>
          <ac:graphicFrameMkLst>
            <pc:docMk/>
            <pc:sldMk cId="4263667116" sldId="257"/>
            <ac:graphicFrameMk id="18" creationId="{42B71D84-3C5D-DE67-40FF-1EE2693ED48C}"/>
          </ac:graphicFrameMkLst>
        </pc:graphicFrameChg>
        <pc:picChg chg="add mod">
          <ac:chgData name="Jacky Zhang" userId="f228b115-2c85-4ee8-9eb3-79fdcf4c6855" providerId="ADAL" clId="{6F5C4D4A-E967-421F-BCE5-F87453D7071D}" dt="2026-10-19T03:11:23.673" v="144" actId="1076"/>
          <ac:picMkLst>
            <pc:docMk/>
            <pc:sldMk cId="4263667116" sldId="257"/>
            <ac:picMk id="14" creationId="{D1B5336F-9D2C-1D4F-0103-2619C63EE17D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8:39.572" v="390" actId="1076"/>
        <pc:sldMkLst>
          <pc:docMk/>
          <pc:sldMk cId="2268951450" sldId="258"/>
        </pc:sldMkLst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2" creationId="{77A0C3CE-206B-7E05-DD41-A03096F1795A}"/>
          </ac:spMkLst>
        </pc:spChg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3" creationId="{F746027F-B9A7-2B94-7863-D1F43E41D08A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8" creationId="{E2263E11-B20C-B62C-9C2D-4F7602C2EF4B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12" creationId="{E8077E8A-7EF6-7E15-59F8-2024B76139A8}"/>
          </ac:spMkLst>
        </pc:spChg>
        <pc:spChg chg="add mod">
          <ac:chgData name="Jacky Zhang" userId="f228b115-2c85-4ee8-9eb3-79fdcf4c6855" providerId="ADAL" clId="{6F5C4D4A-E967-421F-BCE5-F87453D7071D}" dt="2026-10-19T03:27:14.023" v="182" actId="1076"/>
          <ac:spMkLst>
            <pc:docMk/>
            <pc:sldMk cId="2268951450" sldId="258"/>
            <ac:spMk id="18" creationId="{1E145557-EAFE-DED3-2011-6D14ECF59BC8}"/>
          </ac:spMkLst>
        </pc:spChg>
        <pc:spChg chg="add mod">
          <ac:chgData name="Jacky Zhang" userId="f228b115-2c85-4ee8-9eb3-79fdcf4c6855" providerId="ADAL" clId="{6F5C4D4A-E967-421F-BCE5-F87453D7071D}" dt="2026-10-19T03:32:57.621" v="290" actId="1076"/>
          <ac:spMkLst>
            <pc:docMk/>
            <pc:sldMk cId="2268951450" sldId="258"/>
            <ac:spMk id="20" creationId="{85CB1850-4578-E81C-3C8B-AF0F49958AD0}"/>
          </ac:spMkLst>
        </pc:spChg>
        <pc:spChg chg="add mod">
          <ac:chgData name="Jacky Zhang" userId="f228b115-2c85-4ee8-9eb3-79fdcf4c6855" providerId="ADAL" clId="{6F5C4D4A-E967-421F-BCE5-F87453D7071D}" dt="2026-10-19T03:37:50.958" v="385" actId="1076"/>
          <ac:spMkLst>
            <pc:docMk/>
            <pc:sldMk cId="2268951450" sldId="258"/>
            <ac:spMk id="21" creationId="{5BF988CD-80AD-6386-4325-8B865693FE63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2" creationId="{1643D12C-8B32-6DA6-09E6-D8DB31090B7F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4" creationId="{CBC53D9A-2AE4-CD57-55E0-10F62EF6FF11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6" creationId="{F5CED1DD-FC66-2D8E-C896-FD7DC28D0624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8" creationId="{23932B26-5CFE-58B1-8E51-DB0FC713BBE2}"/>
          </ac:spMkLst>
        </pc:spChg>
        <pc:spChg chg="add mod">
          <ac:chgData name="Jacky Zhang" userId="f228b115-2c85-4ee8-9eb3-79fdcf4c6855" providerId="ADAL" clId="{6F5C4D4A-E967-421F-BCE5-F87453D7071D}" dt="2026-10-19T03:38:39.572" v="390" actId="1076"/>
          <ac:spMkLst>
            <pc:docMk/>
            <pc:sldMk cId="2268951450" sldId="258"/>
            <ac:spMk id="34" creationId="{B79D162C-5D8F-7592-8BD5-8FA4E106F77B}"/>
          </ac:spMkLst>
        </pc:spChg>
        <pc:graphicFrameChg chg="add del mod">
          <ac:chgData name="Jacky Zhang" userId="f228b115-2c85-4ee8-9eb3-79fdcf4c6855" providerId="ADAL" clId="{6F5C4D4A-E967-421F-BCE5-F87453D7071D}" dt="2026-10-19T03:26:30.772" v="178" actId="478"/>
          <ac:graphicFrameMkLst>
            <pc:docMk/>
            <pc:sldMk cId="2268951450" sldId="258"/>
            <ac:graphicFrameMk id="6" creationId="{629254ED-B4EE-8208-ECD7-C290C13B7433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0.089" v="293" actId="20577"/>
          <ac:graphicFrameMkLst>
            <pc:docMk/>
            <pc:sldMk cId="2268951450" sldId="258"/>
            <ac:graphicFrameMk id="10" creationId="{ADB5E8DF-AFEC-DBDE-39FE-B2FFCB16F8E3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4" creationId="{7BAA89F1-C754-125B-EE0D-90A064ECD43F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6" creationId="{C8480D10-0887-154B-F78A-EA2EE334D91E}"/>
          </ac:graphicFrameMkLst>
        </pc:graphicFrameChg>
        <pc:picChg chg="add mod">
          <ac:chgData name="Jacky Zhang" userId="f228b115-2c85-4ee8-9eb3-79fdcf4c6855" providerId="ADAL" clId="{6F5C4D4A-E967-421F-BCE5-F87453D7071D}" dt="2026-10-19T03:34:42.963" v="297" actId="1076"/>
          <ac:picMkLst>
            <pc:docMk/>
            <pc:sldMk cId="2268951450" sldId="258"/>
            <ac:picMk id="5" creationId="{DFA113D0-8950-E008-4459-528A017177FE}"/>
          </ac:picMkLst>
        </pc:picChg>
        <pc:picChg chg="add mod">
          <ac:chgData name="Jacky Zhang" userId="f228b115-2c85-4ee8-9eb3-79fdcf4c6855" providerId="ADAL" clId="{6F5C4D4A-E967-421F-BCE5-F87453D7071D}" dt="2026-10-19T03:38:26.899" v="388" actId="1076"/>
          <ac:picMkLst>
            <pc:docMk/>
            <pc:sldMk cId="2268951450" sldId="258"/>
            <ac:picMk id="32" creationId="{3617EDFE-FD7C-C8AE-D929-55CE33B9D0D3}"/>
          </ac:picMkLst>
        </pc:picChg>
        <pc:cxnChg chg="add">
          <ac:chgData name="Jacky Zhang" userId="f228b115-2c85-4ee8-9eb3-79fdcf4c6855" providerId="ADAL" clId="{6F5C4D4A-E967-421F-BCE5-F87453D7071D}" dt="2026-10-19T03:37:32.384" v="377" actId="11529"/>
          <ac:cxnSpMkLst>
            <pc:docMk/>
            <pc:sldMk cId="2268951450" sldId="258"/>
            <ac:cxnSpMk id="30" creationId="{BAD3606A-9074-C81B-D830-64794547D93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418-1720-DABB-7A99-59FF3B90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B74F9-1B5A-5B14-48B2-31236BF40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1D61-6C49-70E3-FC97-E63624D9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87558-0D2A-BB1F-FFCF-C498EAEB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6D486-473B-AA0C-1D17-14B4C912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18F6-364D-48B7-D42A-C4BF7642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571B-D070-8902-9FC7-C3FE93DC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23DD-A050-93E7-58AD-95B0E194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E31F1-3081-7E1F-5AA2-462597D9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D326-9829-4633-C2A1-47B16CA2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3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0215-14CC-7CF0-9EDF-667E58C4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2FBB-3356-43CE-C6B8-C8039ABD5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08CF-52FA-356C-F05D-0CE29DD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EF70-CE0F-ACA3-3CAA-916A534E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47F3-FA82-CCF6-2862-03C6017B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5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A2A7-9427-319A-7151-F7D30303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3FCD-6B30-A58A-A97B-CA37AC4D3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7C58C-345F-8FD1-4CE0-30532339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5A598-CFA2-326C-8CD6-58196E9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4EE5C-C0F8-FC8B-BDB2-3FF3F71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86AF-7449-34DE-AEB4-F948B3FA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7D6D-BEFF-9737-7CEF-56E307D1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95B3-3100-A612-7733-ABA60833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B799-A936-C027-159E-3698B78A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AE231-FF96-E800-6C8D-CB1CE3E17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D1EB0-0205-14CD-863D-340A627F6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FF2F-EA51-2224-39EF-1E5C38B5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1A335-D297-6DC4-375F-5F66F120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FB461-2926-F86C-98A6-EC819A75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A6DD-09D0-9205-5F72-3B4CEB04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A0AE8-6894-0534-F6FB-6356F32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EE15F-11F1-A5FC-9F62-4D64604B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EDA3-97FD-B7CC-9305-CD446CB4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7C9AD-8AF3-0F98-6CB3-DA285371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415B4-BC7B-80CD-2959-2C0D6E6C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7B61-5D1F-D3FC-4FB8-1F110266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C306-AE49-D7AF-1261-C4CD6294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A3CF-0020-CEFF-C358-A1ACB20D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A6A8F-46B4-79BF-944D-6336EFB1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B59-55D0-5328-F4DD-169EFC96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045CC-A913-5ABF-5F3A-8598131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7ECD5-9788-BEFE-194D-BA30310D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7DE6-2B0B-FF49-C31D-36CBDA70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61D3A-6A93-A57A-0A3C-7CD2213A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F84E1-2ED8-2727-7348-854B0E7F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C136E-A6BB-878B-E76F-C8432DEC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C378-BFA9-5159-E4DA-6D831F67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DA51-FAC1-32EB-1639-929F8449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4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9A6-C98A-669E-C3FB-DA9876D9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E7B62-A3A9-CE98-68B5-03C340CE9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A1EF9-3D4D-C01E-7BF9-BEE61B73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D060-1070-20D8-3E2E-4E0EA515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0133-2BBB-F0BD-A88A-BC6B26B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A7F14-4B2C-328B-80DB-51E4EA7A5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0597F-E19A-00AA-E0FB-ABADEC4F5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B3D7-9CA7-0E9B-D99C-64D5D2F3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A568-5FD3-3141-94B6-1BB36560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3CD47-2D5A-CD92-D34A-D9D1512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635D1-7222-6AFF-6578-D7A1468C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2DAA9-7DC5-8186-5964-E961A673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39F8-B173-F9A7-7006-CA2AEF594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4095-AFA0-CBC0-86FD-D6922BF8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A412-2602-4707-326E-3123A864B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E87E4D-73C3-4BE2-3D3A-036A6A28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39" y="451698"/>
            <a:ext cx="2546988" cy="2705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99DA15-58E1-A4C1-73BE-71CEEA0B7A2B}"/>
              </a:ext>
            </a:extLst>
          </p:cNvPr>
          <p:cNvSpPr txBox="1"/>
          <p:nvPr/>
        </p:nvSpPr>
        <p:spPr>
          <a:xfrm>
            <a:off x="10686372" y="3167459"/>
            <a:ext cx="308098" cy="3693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4E7468-2839-7B1D-45F2-67B8AFB57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792501"/>
              </p:ext>
            </p:extLst>
          </p:nvPr>
        </p:nvGraphicFramePr>
        <p:xfrm>
          <a:off x="989439" y="3919074"/>
          <a:ext cx="2546985" cy="22405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3355159059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1906202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4817269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52801335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502055751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9225468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627809229"/>
                    </a:ext>
                  </a:extLst>
                </a:gridCol>
              </a:tblGrid>
              <a:tr h="373422">
                <a:tc>
                  <a:txBody>
                    <a:bodyPr/>
                    <a:lstStyle/>
                    <a:p>
                      <a:r>
                        <a:rPr lang="en-US" sz="900" dirty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18743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98305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34197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4300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94113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2016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05F234A-8553-27E9-10E4-DD91DE4DB884}"/>
              </a:ext>
            </a:extLst>
          </p:cNvPr>
          <p:cNvSpPr txBox="1"/>
          <p:nvPr/>
        </p:nvSpPr>
        <p:spPr>
          <a:xfrm>
            <a:off x="1569523" y="3467842"/>
            <a:ext cx="1426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Array[64,64]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C2FDA-BCB9-B87A-5C0D-51A32371F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32" y="2203650"/>
            <a:ext cx="4971899" cy="2060612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2297AF9-7C41-3AD0-B1DE-9366A56502B9}"/>
              </a:ext>
            </a:extLst>
          </p:cNvPr>
          <p:cNvSpPr/>
          <p:nvPr/>
        </p:nvSpPr>
        <p:spPr>
          <a:xfrm>
            <a:off x="9764921" y="3157081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12FCE6B-8912-B38F-AF56-D460000C45BA}"/>
              </a:ext>
            </a:extLst>
          </p:cNvPr>
          <p:cNvSpPr/>
          <p:nvPr/>
        </p:nvSpPr>
        <p:spPr>
          <a:xfrm>
            <a:off x="3803859" y="3038912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49362-0C4E-E757-C6D1-528B228B0AC7}"/>
              </a:ext>
            </a:extLst>
          </p:cNvPr>
          <p:cNvSpPr txBox="1"/>
          <p:nvPr/>
        </p:nvSpPr>
        <p:spPr>
          <a:xfrm>
            <a:off x="4709370" y="4809440"/>
            <a:ext cx="6096698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model = keras.Sequential([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keras.Input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(shape=(4096,)),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keras.layers.Dense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(32, activation="relu"),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keras.layers.Dense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(10, activation="softmax"),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])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00508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4EBE9F-ABBC-B667-D60B-4377A9BE2B26}"/>
              </a:ext>
            </a:extLst>
          </p:cNvPr>
          <p:cNvSpPr txBox="1"/>
          <p:nvPr/>
        </p:nvSpPr>
        <p:spPr>
          <a:xfrm>
            <a:off x="426790" y="694546"/>
            <a:ext cx="6096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Step 1: dataset load</a:t>
            </a:r>
          </a:p>
          <a:p>
            <a:pPr>
              <a:buNone/>
            </a:pP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x_train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y_train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load_data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(DATA_DIR / "train")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x_val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y_val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load_data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(DATA_DIR / "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val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")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x_test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y_test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load_data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(DATA_DIR / "test")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0574C-345B-45F1-F2E8-DAAFAD2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52" y="2778580"/>
            <a:ext cx="2391109" cy="140989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00DB4B5-6EE3-6173-5E82-7A3CAECF2C4C}"/>
              </a:ext>
            </a:extLst>
          </p:cNvPr>
          <p:cNvSpPr/>
          <p:nvPr/>
        </p:nvSpPr>
        <p:spPr>
          <a:xfrm>
            <a:off x="3359791" y="3309457"/>
            <a:ext cx="788565" cy="3816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7C9F9-05BD-1FEE-537C-3B2B33692FB5}"/>
              </a:ext>
            </a:extLst>
          </p:cNvPr>
          <p:cNvSpPr txBox="1"/>
          <p:nvPr/>
        </p:nvSpPr>
        <p:spPr>
          <a:xfrm>
            <a:off x="4549979" y="3038641"/>
            <a:ext cx="2186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x_train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y_train</a:t>
            </a:r>
            <a:endParaRPr lang="en-US" sz="18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dirty="0" err="1"/>
              <a:t>x_val</a:t>
            </a:r>
            <a:r>
              <a:rPr lang="en-US" dirty="0"/>
              <a:t>, </a:t>
            </a:r>
            <a:r>
              <a:rPr lang="en-US" dirty="0" err="1"/>
              <a:t>y_val</a:t>
            </a:r>
            <a:endParaRPr lang="en-US" dirty="0"/>
          </a:p>
          <a:p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y_test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4B42E8-CEC0-8BEE-0C63-00C819F7F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58125"/>
              </p:ext>
            </p:extLst>
          </p:nvPr>
        </p:nvGraphicFramePr>
        <p:xfrm>
          <a:off x="1157681" y="4823625"/>
          <a:ext cx="93159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662">
                  <a:extLst>
                    <a:ext uri="{9D8B030D-6E8A-4147-A177-3AD203B41FA5}">
                      <a16:colId xmlns:a16="http://schemas.microsoft.com/office/drawing/2014/main" val="4174613594"/>
                    </a:ext>
                  </a:extLst>
                </a:gridCol>
                <a:gridCol w="1552662">
                  <a:extLst>
                    <a:ext uri="{9D8B030D-6E8A-4147-A177-3AD203B41FA5}">
                      <a16:colId xmlns:a16="http://schemas.microsoft.com/office/drawing/2014/main" val="3390016240"/>
                    </a:ext>
                  </a:extLst>
                </a:gridCol>
                <a:gridCol w="1552662">
                  <a:extLst>
                    <a:ext uri="{9D8B030D-6E8A-4147-A177-3AD203B41FA5}">
                      <a16:colId xmlns:a16="http://schemas.microsoft.com/office/drawing/2014/main" val="4031958667"/>
                    </a:ext>
                  </a:extLst>
                </a:gridCol>
                <a:gridCol w="1552662">
                  <a:extLst>
                    <a:ext uri="{9D8B030D-6E8A-4147-A177-3AD203B41FA5}">
                      <a16:colId xmlns:a16="http://schemas.microsoft.com/office/drawing/2014/main" val="3283387054"/>
                    </a:ext>
                  </a:extLst>
                </a:gridCol>
                <a:gridCol w="1552662">
                  <a:extLst>
                    <a:ext uri="{9D8B030D-6E8A-4147-A177-3AD203B41FA5}">
                      <a16:colId xmlns:a16="http://schemas.microsoft.com/office/drawing/2014/main" val="198485647"/>
                    </a:ext>
                  </a:extLst>
                </a:gridCol>
                <a:gridCol w="1552662">
                  <a:extLst>
                    <a:ext uri="{9D8B030D-6E8A-4147-A177-3AD203B41FA5}">
                      <a16:colId xmlns:a16="http://schemas.microsoft.com/office/drawing/2014/main" val="3074498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31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x_train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img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[255,255,…]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[255,255,…]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[255,255,…]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[255,255,…]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37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y_train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(label)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26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x_val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[255,255,…]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[255,255,…]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[255,255,…]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233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25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C31E17-D382-EFCB-BA75-EFC1A361B969}"/>
              </a:ext>
            </a:extLst>
          </p:cNvPr>
          <p:cNvSpPr txBox="1"/>
          <p:nvPr/>
        </p:nvSpPr>
        <p:spPr>
          <a:xfrm>
            <a:off x="1303440" y="3296681"/>
            <a:ext cx="276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x_train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y_train</a:t>
            </a:r>
            <a:endParaRPr lang="en-US" sz="18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1800" dirty="0" err="1"/>
              <a:t>x_val</a:t>
            </a:r>
            <a:r>
              <a:rPr lang="en-US" sz="1800" dirty="0"/>
              <a:t>, </a:t>
            </a:r>
            <a:r>
              <a:rPr lang="en-US" sz="1800" dirty="0" err="1"/>
              <a:t>y_val</a:t>
            </a:r>
            <a:endParaRPr lang="en-US" sz="1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D37AEB1-8118-25E3-53C3-B94A03D34D21}"/>
              </a:ext>
            </a:extLst>
          </p:cNvPr>
          <p:cNvSpPr/>
          <p:nvPr/>
        </p:nvSpPr>
        <p:spPr>
          <a:xfrm>
            <a:off x="3926484" y="3428998"/>
            <a:ext cx="788565" cy="3816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9AF30-CFCD-B729-7360-002916CC83F3}"/>
              </a:ext>
            </a:extLst>
          </p:cNvPr>
          <p:cNvSpPr txBox="1"/>
          <p:nvPr/>
        </p:nvSpPr>
        <p:spPr>
          <a:xfrm>
            <a:off x="1655777" y="786728"/>
            <a:ext cx="84110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4: training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history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model.fit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x_train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y_train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validation_data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=(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x_val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y_val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), epochs=EPOCHS, verbose=2,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19F82-0845-6443-33C9-4C93C88B5427}"/>
              </a:ext>
            </a:extLst>
          </p:cNvPr>
          <p:cNvSpPr txBox="1"/>
          <p:nvPr/>
        </p:nvSpPr>
        <p:spPr>
          <a:xfrm>
            <a:off x="8387943" y="5092830"/>
            <a:ext cx="108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history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D0DA04-1BB6-FBA3-40C2-C90529E8B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04" y="2519920"/>
            <a:ext cx="6363400" cy="254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7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7FFCE1-8D47-25EF-D24C-2F63AE62C0C1}"/>
              </a:ext>
            </a:extLst>
          </p:cNvPr>
          <p:cNvSpPr txBox="1"/>
          <p:nvPr/>
        </p:nvSpPr>
        <p:spPr>
          <a:xfrm>
            <a:off x="1194381" y="1009036"/>
            <a:ext cx="87969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Step 5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: Evaluate on the test set and save the model.</a:t>
            </a:r>
          </a:p>
          <a:p>
            <a:pPr>
              <a:buNone/>
            </a:pP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print(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f"Test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accuracy: {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model.evaluate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x_test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y_test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, verbose=0)[1]:.2%}")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model.save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(MODEL_PATH)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24FD7-0A9A-D4CA-BEC7-11BDE9F05393}"/>
              </a:ext>
            </a:extLst>
          </p:cNvPr>
          <p:cNvSpPr txBox="1"/>
          <p:nvPr/>
        </p:nvSpPr>
        <p:spPr>
          <a:xfrm>
            <a:off x="670071" y="3160444"/>
            <a:ext cx="1678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x_test</a:t>
            </a:r>
            <a:r>
              <a:rPr lang="en-US" sz="1800" dirty="0"/>
              <a:t>, </a:t>
            </a:r>
            <a:r>
              <a:rPr lang="en-US" sz="1800" dirty="0" err="1"/>
              <a:t>y_test</a:t>
            </a:r>
            <a:endParaRPr lang="en-US" sz="1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D1DB6EB-0D77-2932-D43D-669E96148242}"/>
              </a:ext>
            </a:extLst>
          </p:cNvPr>
          <p:cNvSpPr/>
          <p:nvPr/>
        </p:nvSpPr>
        <p:spPr>
          <a:xfrm>
            <a:off x="2626190" y="3160444"/>
            <a:ext cx="788565" cy="3816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FEC50-D1FF-5267-B928-415F9423AAFE}"/>
              </a:ext>
            </a:extLst>
          </p:cNvPr>
          <p:cNvSpPr txBox="1"/>
          <p:nvPr/>
        </p:nvSpPr>
        <p:spPr>
          <a:xfrm>
            <a:off x="4411561" y="3160444"/>
            <a:ext cx="2547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 accuracy: 100.00%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56591DD-3444-9DF6-5351-D985196F9AB9}"/>
              </a:ext>
            </a:extLst>
          </p:cNvPr>
          <p:cNvSpPr/>
          <p:nvPr/>
        </p:nvSpPr>
        <p:spPr>
          <a:xfrm>
            <a:off x="7400923" y="3126779"/>
            <a:ext cx="788565" cy="3816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0EBF0D-DD00-92B0-4E50-657C9D1AB36A}"/>
              </a:ext>
            </a:extLst>
          </p:cNvPr>
          <p:cNvSpPr txBox="1"/>
          <p:nvPr/>
        </p:nvSpPr>
        <p:spPr>
          <a:xfrm>
            <a:off x="8559134" y="3132962"/>
            <a:ext cx="3981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MODEL_PATH = DAY3 / "weights.h5"</a:t>
            </a:r>
            <a:endParaRPr lang="en-US" sz="980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5600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e110f8-2e0f-4d45-891d-bcf2218e253d}" enabled="0" method="" siteId="{5de110f8-2e0f-4d45-891d-bcf2218e25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354</Words>
  <Application>Microsoft Office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JetBrains Mono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Zhang</dc:creator>
  <cp:lastModifiedBy>Jacky Zhang</cp:lastModifiedBy>
  <cp:revision>7</cp:revision>
  <dcterms:created xsi:type="dcterms:W3CDTF">2026-10-19T03:01:12Z</dcterms:created>
  <dcterms:modified xsi:type="dcterms:W3CDTF">2026-10-19T15:05:56Z</dcterms:modified>
</cp:coreProperties>
</file>
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29229-5267-4DE9-A1A5-DCD0D870BA73}" v="13" dt="2026-10-19T03:32:41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09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y Zhang" userId="f228b115-2c85-4ee8-9eb3-79fdcf4c6855" providerId="ADAL" clId="{6F5C4D4A-E967-421F-BCE5-F87453D7071D}"/>
    <pc:docChg chg="undo custSel addSld modSld">
      <pc:chgData name="Jacky Zhang" userId="f228b115-2c85-4ee8-9eb3-79fdcf4c6855" providerId="ADAL" clId="{6F5C4D4A-E967-421F-BCE5-F87453D7071D}" dt="2026-10-19T03:38:39.572" v="390" actId="1076"/>
      <pc:docMkLst>
        <pc:docMk/>
      </pc:docMkLst>
      <pc:sldChg chg="addSp modSp mod">
        <pc:chgData name="Jacky Zhang" userId="f228b115-2c85-4ee8-9eb3-79fdcf4c6855" providerId="ADAL" clId="{6F5C4D4A-E967-421F-BCE5-F87453D7071D}" dt="2026-10-19T03:09:07.412" v="95" actId="1076"/>
        <pc:sldMkLst>
          <pc:docMk/>
          <pc:sldMk cId="2005087531" sldId="256"/>
        </pc:sldMkLst>
        <pc:spChg chg="mod">
          <ac:chgData name="Jacky Zhang" userId="f228b115-2c85-4ee8-9eb3-79fdcf4c6855" providerId="ADAL" clId="{6F5C4D4A-E967-421F-BCE5-F87453D7071D}" dt="2026-10-19T03:03:40.884" v="4" actId="1076"/>
          <ac:spMkLst>
            <pc:docMk/>
            <pc:sldMk cId="2005087531" sldId="256"/>
            <ac:spMk id="6" creationId="{5699DA15-58E1-A4C1-73BE-71CEEA0B7A2B}"/>
          </ac:spMkLst>
        </pc:spChg>
        <pc:spChg chg="mod">
          <ac:chgData name="Jacky Zhang" userId="f228b115-2c85-4ee8-9eb3-79fdcf4c6855" providerId="ADAL" clId="{6F5C4D4A-E967-421F-BCE5-F87453D7071D}" dt="2026-10-19T03:03:43.088" v="5" actId="1076"/>
          <ac:spMkLst>
            <pc:docMk/>
            <pc:sldMk cId="2005087531" sldId="256"/>
            <ac:spMk id="10" creationId="{48543494-F722-38D0-9392-6013C83C3BC3}"/>
          </ac:spMkLst>
        </pc:spChg>
        <pc:spChg chg="add mod">
          <ac:chgData name="Jacky Zhang" userId="f228b115-2c85-4ee8-9eb3-79fdcf4c6855" providerId="ADAL" clId="{6F5C4D4A-E967-421F-BCE5-F87453D7071D}" dt="2026-10-19T03:04:19.980" v="16" actId="1076"/>
          <ac:spMkLst>
            <pc:docMk/>
            <pc:sldMk cId="2005087531" sldId="256"/>
            <ac:spMk id="12" creationId="{005F234A-8553-27E9-10E4-DD91DE4DB884}"/>
          </ac:spMkLst>
        </pc:spChg>
        <pc:spChg chg="add mod">
          <ac:chgData name="Jacky Zhang" userId="f228b115-2c85-4ee8-9eb3-79fdcf4c6855" providerId="ADAL" clId="{6F5C4D4A-E967-421F-BCE5-F87453D7071D}" dt="2026-10-19T03:04:24.855" v="18" actId="1076"/>
          <ac:spMkLst>
            <pc:docMk/>
            <pc:sldMk cId="2005087531" sldId="256"/>
            <ac:spMk id="14" creationId="{5BF18FC6-FE02-3537-BCFD-4E8F8A94F9E1}"/>
          </ac:spMkLst>
        </pc:spChg>
        <pc:spChg chg="add mod">
          <ac:chgData name="Jacky Zhang" userId="f228b115-2c85-4ee8-9eb3-79fdcf4c6855" providerId="ADAL" clId="{6F5C4D4A-E967-421F-BCE5-F87453D7071D}" dt="2026-10-19T03:09:07.412" v="95" actId="1076"/>
          <ac:spMkLst>
            <pc:docMk/>
            <pc:sldMk cId="2005087531" sldId="256"/>
            <ac:spMk id="19" creationId="{6A7A8BFF-98F6-3558-DFE6-3FCE688D909E}"/>
          </ac:spMkLst>
        </pc:spChg>
        <pc:graphicFrameChg chg="add mod modGraphic">
          <ac:chgData name="Jacky Zhang" userId="f228b115-2c85-4ee8-9eb3-79fdcf4c6855" providerId="ADAL" clId="{6F5C4D4A-E967-421F-BCE5-F87453D7071D}" dt="2026-10-19T03:06:41.040" v="54" actId="207"/>
          <ac:graphicFrameMkLst>
            <pc:docMk/>
            <pc:sldMk cId="2005087531" sldId="256"/>
            <ac:graphicFrameMk id="11" creationId="{5F4E7468-2839-7B1D-45F2-67B8AFB57660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5" creationId="{986A0043-8F2B-B338-A342-F40EC5EF843A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7" creationId="{AA8EA332-259B-DBE4-833E-EC21D8A47ADC}"/>
          </ac:graphicFrameMkLst>
        </pc:graphicFrameChg>
        <pc:picChg chg="mod">
          <ac:chgData name="Jacky Zhang" userId="f228b115-2c85-4ee8-9eb3-79fdcf4c6855" providerId="ADAL" clId="{6F5C4D4A-E967-421F-BCE5-F87453D7071D}" dt="2026-10-19T03:03:37.973" v="3" actId="1076"/>
          <ac:picMkLst>
            <pc:docMk/>
            <pc:sldMk cId="2005087531" sldId="256"/>
            <ac:picMk id="5" creationId="{9BE87E4D-73C3-4BE2-3D3A-036A6A2811B3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3:18.174" v="296" actId="20577"/>
        <pc:sldMkLst>
          <pc:docMk/>
          <pc:sldMk cId="4263667116" sldId="257"/>
        </pc:sldMkLst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2" creationId="{B9B481A2-F50E-975F-31CC-32CF9BBFEB82}"/>
          </ac:spMkLst>
        </pc:spChg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3" creationId="{10FD3B0E-70D2-9C3D-064E-1741C986A91A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7" creationId="{283D6387-B11F-FADC-0D49-3D6A74B67A1B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9" creationId="{6EDEB81A-21B9-0073-8EEF-CAAE13E2A992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11" creationId="{A42380F3-A4B2-A27C-0C77-03767EA97844}"/>
          </ac:spMkLst>
        </pc:spChg>
        <pc:spChg chg="add mod">
          <ac:chgData name="Jacky Zhang" userId="f228b115-2c85-4ee8-9eb3-79fdcf4c6855" providerId="ADAL" clId="{6F5C4D4A-E967-421F-BCE5-F87453D7071D}" dt="2026-10-19T03:11:31.752" v="147" actId="14100"/>
          <ac:spMkLst>
            <pc:docMk/>
            <pc:sldMk cId="4263667116" sldId="257"/>
            <ac:spMk id="16" creationId="{B6F8D832-36CF-7F2F-6B4A-7173FA215198}"/>
          </ac:spMkLst>
        </pc:spChg>
        <pc:spChg chg="add mod">
          <ac:chgData name="Jacky Zhang" userId="f228b115-2c85-4ee8-9eb3-79fdcf4c6855" providerId="ADAL" clId="{6F5C4D4A-E967-421F-BCE5-F87453D7071D}" dt="2026-10-19T03:19:49.675" v="170" actId="1076"/>
          <ac:spMkLst>
            <pc:docMk/>
            <pc:sldMk cId="4263667116" sldId="257"/>
            <ac:spMk id="20" creationId="{E29895B5-75C9-5B39-BE36-48BEE5E9E5AB}"/>
          </ac:spMkLst>
        </pc:spChg>
        <pc:graphicFrameChg chg="add mod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5" creationId="{43A96481-AE68-417F-177E-BC85F75DDC91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12" creationId="{F7090972-3B3D-CF12-F893-6D20FD83C95E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8.174" v="296" actId="20577"/>
          <ac:graphicFrameMkLst>
            <pc:docMk/>
            <pc:sldMk cId="4263667116" sldId="257"/>
            <ac:graphicFrameMk id="18" creationId="{42B71D84-3C5D-DE67-40FF-1EE2693ED48C}"/>
          </ac:graphicFrameMkLst>
        </pc:graphicFrameChg>
        <pc:picChg chg="add mod">
          <ac:chgData name="Jacky Zhang" userId="f228b115-2c85-4ee8-9eb3-79fdcf4c6855" providerId="ADAL" clId="{6F5C4D4A-E967-421F-BCE5-F87453D7071D}" dt="2026-10-19T03:11:23.673" v="144" actId="1076"/>
          <ac:picMkLst>
            <pc:docMk/>
            <pc:sldMk cId="4263667116" sldId="257"/>
            <ac:picMk id="14" creationId="{D1B5336F-9D2C-1D4F-0103-2619C63EE17D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8:39.572" v="390" actId="1076"/>
        <pc:sldMkLst>
          <pc:docMk/>
          <pc:sldMk cId="2268951450" sldId="258"/>
        </pc:sldMkLst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2" creationId="{77A0C3CE-206B-7E05-DD41-A03096F1795A}"/>
          </ac:spMkLst>
        </pc:spChg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3" creationId="{F746027F-B9A7-2B94-7863-D1F43E41D08A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8" creationId="{E2263E11-B20C-B62C-9C2D-4F7602C2EF4B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12" creationId="{E8077E8A-7EF6-7E15-59F8-2024B76139A8}"/>
          </ac:spMkLst>
        </pc:spChg>
        <pc:spChg chg="add mod">
          <ac:chgData name="Jacky Zhang" userId="f228b115-2c85-4ee8-9eb3-79fdcf4c6855" providerId="ADAL" clId="{6F5C4D4A-E967-421F-BCE5-F87453D7071D}" dt="2026-10-19T03:27:14.023" v="182" actId="1076"/>
          <ac:spMkLst>
            <pc:docMk/>
            <pc:sldMk cId="2268951450" sldId="258"/>
            <ac:spMk id="18" creationId="{1E145557-EAFE-DED3-2011-6D14ECF59BC8}"/>
          </ac:spMkLst>
        </pc:spChg>
        <pc:spChg chg="add mod">
          <ac:chgData name="Jacky Zhang" userId="f228b115-2c85-4ee8-9eb3-79fdcf4c6855" providerId="ADAL" clId="{6F5C4D4A-E967-421F-BCE5-F87453D7071D}" dt="2026-10-19T03:32:57.621" v="290" actId="1076"/>
          <ac:spMkLst>
            <pc:docMk/>
            <pc:sldMk cId="2268951450" sldId="258"/>
            <ac:spMk id="20" creationId="{85CB1850-4578-E81C-3C8B-AF0F49958AD0}"/>
          </ac:spMkLst>
        </pc:spChg>
        <pc:spChg chg="add mod">
          <ac:chgData name="Jacky Zhang" userId="f228b115-2c85-4ee8-9eb3-79fdcf4c6855" providerId="ADAL" clId="{6F5C4D4A-E967-421F-BCE5-F87453D7071D}" dt="2026-10-19T03:37:50.958" v="385" actId="1076"/>
          <ac:spMkLst>
            <pc:docMk/>
            <pc:sldMk cId="2268951450" sldId="258"/>
            <ac:spMk id="21" creationId="{5BF988CD-80AD-6386-4325-8B865693FE63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2" creationId="{1643D12C-8B32-6DA6-09E6-D8DB31090B7F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4" creationId="{CBC53D9A-2AE4-CD57-55E0-10F62EF6FF11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6" creationId="{F5CED1DD-FC66-2D8E-C896-FD7DC28D0624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8" creationId="{23932B26-5CFE-58B1-8E51-DB0FC713BBE2}"/>
          </ac:spMkLst>
        </pc:spChg>
        <pc:spChg chg="add mod">
          <ac:chgData name="Jacky Zhang" userId="f228b115-2c85-4ee8-9eb3-79fdcf4c6855" providerId="ADAL" clId="{6F5C4D4A-E967-421F-BCE5-F87453D7071D}" dt="2026-10-19T03:38:39.572" v="390" actId="1076"/>
          <ac:spMkLst>
            <pc:docMk/>
            <pc:sldMk cId="2268951450" sldId="258"/>
            <ac:spMk id="34" creationId="{B79D162C-5D8F-7592-8BD5-8FA4E106F77B}"/>
          </ac:spMkLst>
        </pc:spChg>
        <pc:graphicFrameChg chg="add del mod">
          <ac:chgData name="Jacky Zhang" userId="f228b115-2c85-4ee8-9eb3-79fdcf4c6855" providerId="ADAL" clId="{6F5C4D4A-E967-421F-BCE5-F87453D7071D}" dt="2026-10-19T03:26:30.772" v="178" actId="478"/>
          <ac:graphicFrameMkLst>
            <pc:docMk/>
            <pc:sldMk cId="2268951450" sldId="258"/>
            <ac:graphicFrameMk id="6" creationId="{629254ED-B4EE-8208-ECD7-C290C13B7433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0.089" v="293" actId="20577"/>
          <ac:graphicFrameMkLst>
            <pc:docMk/>
            <pc:sldMk cId="2268951450" sldId="258"/>
            <ac:graphicFrameMk id="10" creationId="{ADB5E8DF-AFEC-DBDE-39FE-B2FFCB16F8E3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4" creationId="{7BAA89F1-C754-125B-EE0D-90A064ECD43F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6" creationId="{C8480D10-0887-154B-F78A-EA2EE334D91E}"/>
          </ac:graphicFrameMkLst>
        </pc:graphicFrameChg>
        <pc:picChg chg="add mod">
          <ac:chgData name="Jacky Zhang" userId="f228b115-2c85-4ee8-9eb3-79fdcf4c6855" providerId="ADAL" clId="{6F5C4D4A-E967-421F-BCE5-F87453D7071D}" dt="2026-10-19T03:34:42.963" v="297" actId="1076"/>
          <ac:picMkLst>
            <pc:docMk/>
            <pc:sldMk cId="2268951450" sldId="258"/>
            <ac:picMk id="5" creationId="{DFA113D0-8950-E008-4459-528A017177FE}"/>
          </ac:picMkLst>
        </pc:picChg>
        <pc:picChg chg="add mod">
          <ac:chgData name="Jacky Zhang" userId="f228b115-2c85-4ee8-9eb3-79fdcf4c6855" providerId="ADAL" clId="{6F5C4D4A-E967-421F-BCE5-F87453D7071D}" dt="2026-10-19T03:38:26.899" v="388" actId="1076"/>
          <ac:picMkLst>
            <pc:docMk/>
            <pc:sldMk cId="2268951450" sldId="258"/>
            <ac:picMk id="32" creationId="{3617EDFE-FD7C-C8AE-D929-55CE33B9D0D3}"/>
          </ac:picMkLst>
        </pc:picChg>
        <pc:cxnChg chg="add">
          <ac:chgData name="Jacky Zhang" userId="f228b115-2c85-4ee8-9eb3-79fdcf4c6855" providerId="ADAL" clId="{6F5C4D4A-E967-421F-BCE5-F87453D7071D}" dt="2026-10-19T03:37:32.384" v="377" actId="11529"/>
          <ac:cxnSpMkLst>
            <pc:docMk/>
            <pc:sldMk cId="2268951450" sldId="258"/>
            <ac:cxnSpMk id="30" creationId="{BAD3606A-9074-C81B-D830-64794547D93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418-1720-DABB-7A99-59FF3B90D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B74F9-1B5A-5B14-48B2-31236BF40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1D61-6C49-70E3-FC97-E63624D9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87558-0D2A-BB1F-FFCF-C498EAEB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6D486-473B-AA0C-1D17-14B4C912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18F6-364D-48B7-D42A-C4BF7642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571B-D070-8902-9FC7-C3FE93DC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B23DD-A050-93E7-58AD-95B0E194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E31F1-3081-7E1F-5AA2-462597D9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D326-9829-4633-C2A1-47B16CA2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3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0215-14CC-7CF0-9EDF-667E58C4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2FBB-3356-43CE-C6B8-C8039ABD5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708CF-52FA-356C-F05D-0CE29DD8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9EF70-CE0F-ACA3-3CAA-916A534E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347F3-FA82-CCF6-2862-03C6017B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5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A2A7-9427-319A-7151-F7D30303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3FCD-6B30-A58A-A97B-CA37AC4D3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7C58C-345F-8FD1-4CE0-30532339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5A598-CFA2-326C-8CD6-58196E9B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4EE5C-C0F8-FC8B-BDB2-3FF3F71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086AF-7449-34DE-AEB4-F948B3FA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7D6D-BEFF-9737-7CEF-56E307D1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95B3-3100-A612-7733-ABA60833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CB799-A936-C027-159E-3698B78A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AE231-FF96-E800-6C8D-CB1CE3E17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D1EB0-0205-14CD-863D-340A627F6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EFF2F-EA51-2224-39EF-1E5C38B5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1A335-D297-6DC4-375F-5F66F120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FB461-2926-F86C-98A6-EC819A75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A6DD-09D0-9205-5F72-3B4CEB04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A0AE8-6894-0534-F6FB-6356F328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EE15F-11F1-A5FC-9F62-4D64604B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EDA3-97FD-B7CC-9305-CD446CB4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7C9AD-8AF3-0F98-6CB3-DA285371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415B4-BC7B-80CD-2959-2C0D6E6C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07B61-5D1F-D3FC-4FB8-1F110266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C306-AE49-D7AF-1261-C4CD6294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A3CF-0020-CEFF-C358-A1ACB20DC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A6A8F-46B4-79BF-944D-6336EFB1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BB59-55D0-5328-F4DD-169EFC96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045CC-A913-5ABF-5F3A-8598131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7ECD5-9788-BEFE-194D-BA30310D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7DE6-2B0B-FF49-C31D-36CBDA70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61D3A-6A93-A57A-0A3C-7CD2213AD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F84E1-2ED8-2727-7348-854B0E7F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C136E-A6BB-878B-E76F-C8432DEC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CC378-BFA9-5159-E4DA-6D831F67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DA51-FAC1-32EB-1639-929F8449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4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9A6-C98A-669E-C3FB-DA9876D9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E7B62-A3A9-CE98-68B5-03C340CE9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A1EF9-3D4D-C01E-7BF9-BEE61B73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D060-1070-20D8-3E2E-4E0EA515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0133-2BBB-F0BD-A88A-BC6B26B6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9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A7F14-4B2C-328B-80DB-51E4EA7A5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0597F-E19A-00AA-E0FB-ABADEC4F5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B3D7-9CA7-0E9B-D99C-64D5D2F3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A568-5FD3-3141-94B6-1BB36560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3CD47-2D5A-CD92-D34A-D9D15120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635D1-7222-6AFF-6578-D7A1468C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2DAA9-7DC5-8186-5964-E961A673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39F8-B173-F9A7-7006-CA2AEF594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4095-AFA0-CBC0-86FD-D6922BF8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A412-2602-4707-326E-3123A864B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72C167A-46ED-4446-59F9-E919088B83E4}"/>
              </a:ext>
            </a:extLst>
          </p:cNvPr>
          <p:cNvSpPr txBox="1"/>
          <p:nvPr/>
        </p:nvSpPr>
        <p:spPr>
          <a:xfrm>
            <a:off x="4290698" y="420905"/>
            <a:ext cx="3610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Accuracy Calculation</a:t>
            </a:r>
            <a:r>
              <a:rPr lang="en-US" b="1" dirty="0"/>
              <a:t> Procedure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75B65C-FA79-1719-DEE9-B0812179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91" y="2255097"/>
            <a:ext cx="1962424" cy="235300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74A8362-374A-4AF0-BE55-625F524919BE}"/>
              </a:ext>
            </a:extLst>
          </p:cNvPr>
          <p:cNvSpPr txBox="1"/>
          <p:nvPr/>
        </p:nvSpPr>
        <p:spPr>
          <a:xfrm>
            <a:off x="5375564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1_01.bmp | label: 1 | prediction: 1 | correct: True</a:t>
            </a:r>
          </a:p>
          <a:p>
            <a:r>
              <a:rPr lang="en-US" dirty="0"/>
              <a:t>1_05.bmp | label: 1 | prediction: 1 | correct: True</a:t>
            </a:r>
          </a:p>
          <a:p>
            <a:r>
              <a:rPr lang="en-US" dirty="0"/>
              <a:t>1_10.bmp | label: 1 | prediction: 1 | correct: True</a:t>
            </a:r>
          </a:p>
          <a:p>
            <a:r>
              <a:rPr lang="en-US" dirty="0"/>
              <a:t>2_03.bmp | label: 2 | prediction: 2 | correct: True</a:t>
            </a:r>
          </a:p>
          <a:p>
            <a:r>
              <a:rPr lang="en-US" dirty="0"/>
              <a:t>3_04.bmp | label: 3 | prediction: 3 | correct: True</a:t>
            </a:r>
          </a:p>
          <a:p>
            <a:r>
              <a:rPr lang="en-US" dirty="0"/>
              <a:t>3_08.bmp | label: 3 | prediction: 3 | correct: True</a:t>
            </a:r>
          </a:p>
          <a:p>
            <a:endParaRPr lang="en-US" dirty="0"/>
          </a:p>
          <a:p>
            <a:r>
              <a:rPr lang="en-US" dirty="0"/>
              <a:t>Test accuracy: 6/6 = 1.0000 (100.00%)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87DFF2-A69D-D2FE-76BA-0023B81405AF}"/>
              </a:ext>
            </a:extLst>
          </p:cNvPr>
          <p:cNvSpPr txBox="1"/>
          <p:nvPr/>
        </p:nvSpPr>
        <p:spPr>
          <a:xfrm>
            <a:off x="1132991" y="5449504"/>
            <a:ext cx="10401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Accuracy = (</a:t>
            </a:r>
            <a:r>
              <a:rPr lang="en-US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1 + 1 + 1 + 1) / 6             --------------------  count total matched div total samples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6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7EA67-7F30-43B5-81BF-6469F6FBC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FE97BE3-1D0B-5A10-B9CE-C2B1E96A18E1}"/>
              </a:ext>
            </a:extLst>
          </p:cNvPr>
          <p:cNvSpPr txBox="1"/>
          <p:nvPr/>
        </p:nvSpPr>
        <p:spPr>
          <a:xfrm>
            <a:off x="3999752" y="412592"/>
            <a:ext cx="5041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Accuracy Calculation</a:t>
            </a:r>
            <a:r>
              <a:rPr lang="en-US" b="1" dirty="0"/>
              <a:t> Procedure - </a:t>
            </a:r>
            <a:r>
              <a:rPr lang="en-US" b="1" dirty="0">
                <a:solidFill>
                  <a:srgbClr val="FF0000"/>
                </a:solidFill>
              </a:rPr>
              <a:t>Underfitting</a:t>
            </a:r>
            <a:r>
              <a:rPr lang="en-US" b="1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D8EFEA-642D-1B05-9C4C-4306D6664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91" y="2255097"/>
            <a:ext cx="1962424" cy="235300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1F01792-CE24-904F-A405-B125826225D8}"/>
              </a:ext>
            </a:extLst>
          </p:cNvPr>
          <p:cNvSpPr txBox="1"/>
          <p:nvPr/>
        </p:nvSpPr>
        <p:spPr>
          <a:xfrm>
            <a:off x="5275811" y="213633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=== Weights: weights_underfitting.h5 ===</a:t>
            </a:r>
          </a:p>
          <a:p>
            <a:r>
              <a:rPr lang="en-US" dirty="0"/>
              <a:t>1_01.bmp | label: 1 | prediction: 3 | correct: False</a:t>
            </a:r>
          </a:p>
          <a:p>
            <a:r>
              <a:rPr lang="en-US" dirty="0"/>
              <a:t>1_05.bmp | label: 1 | prediction: 2 | correct: False</a:t>
            </a:r>
          </a:p>
          <a:p>
            <a:r>
              <a:rPr lang="en-US" dirty="0"/>
              <a:t>1_10.bmp | label: 1 | prediction: 2 | correct: False</a:t>
            </a:r>
          </a:p>
          <a:p>
            <a:r>
              <a:rPr lang="en-US" dirty="0"/>
              <a:t>2_03.bmp | label: 2 | prediction: 2 | correct: True</a:t>
            </a:r>
          </a:p>
          <a:p>
            <a:r>
              <a:rPr lang="en-US" dirty="0"/>
              <a:t>3_04.bmp | label: 3 | prediction: 2 | correct: False</a:t>
            </a:r>
          </a:p>
          <a:p>
            <a:r>
              <a:rPr lang="en-US" dirty="0"/>
              <a:t>3_08.bmp | label: 3 | prediction: 2 | correct: False</a:t>
            </a:r>
          </a:p>
          <a:p>
            <a:endParaRPr lang="en-US" dirty="0"/>
          </a:p>
          <a:p>
            <a:r>
              <a:rPr lang="en-US" dirty="0"/>
              <a:t>Test accuracy: 1/6 = 0.1667 (16.67%)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17A27B-CCE4-F765-C32B-96C957CF20CC}"/>
              </a:ext>
            </a:extLst>
          </p:cNvPr>
          <p:cNvSpPr txBox="1"/>
          <p:nvPr/>
        </p:nvSpPr>
        <p:spPr>
          <a:xfrm>
            <a:off x="1132991" y="5449504"/>
            <a:ext cx="10401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Accuracy = (</a:t>
            </a:r>
            <a:r>
              <a:rPr lang="en-US" dirty="0"/>
              <a:t>0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 + 1 + 0 + 0) / 6             &lt;--------------------  count total matched div total samples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395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32FD66-03F1-5F8C-3B98-6432F1731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28" y="591640"/>
            <a:ext cx="2325049" cy="5812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9F2269-4B91-9BD8-46A9-B050C199E634}"/>
              </a:ext>
            </a:extLst>
          </p:cNvPr>
          <p:cNvSpPr txBox="1"/>
          <p:nvPr/>
        </p:nvSpPr>
        <p:spPr>
          <a:xfrm>
            <a:off x="3401736" y="222308"/>
            <a:ext cx="6517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TP / TN / FP / FN should be calculated for each class (digit 1 to 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066D59-EA64-65B1-8C67-EB662220C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635" y="788564"/>
            <a:ext cx="6319707" cy="568773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7A8CBE-166C-E712-879F-AC7B486D3F86}"/>
              </a:ext>
            </a:extLst>
          </p:cNvPr>
          <p:cNvCxnSpPr>
            <a:cxnSpLocks/>
          </p:cNvCxnSpPr>
          <p:nvPr/>
        </p:nvCxnSpPr>
        <p:spPr>
          <a:xfrm>
            <a:off x="2940341" y="1820411"/>
            <a:ext cx="1354822" cy="127512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3E5759-C174-79DD-9E56-8BC7AD4BEF02}"/>
              </a:ext>
            </a:extLst>
          </p:cNvPr>
          <p:cNvSpPr txBox="1"/>
          <p:nvPr/>
        </p:nvSpPr>
        <p:spPr>
          <a:xfrm>
            <a:off x="285226" y="17281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B1238-9997-6A34-6A5F-AED42DE04FBC}"/>
              </a:ext>
            </a:extLst>
          </p:cNvPr>
          <p:cNvSpPr txBox="1"/>
          <p:nvPr/>
        </p:nvSpPr>
        <p:spPr>
          <a:xfrm>
            <a:off x="285226" y="33261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CD953E-D43B-3691-5E2B-2D018F674F2C}"/>
              </a:ext>
            </a:extLst>
          </p:cNvPr>
          <p:cNvSpPr txBox="1"/>
          <p:nvPr/>
        </p:nvSpPr>
        <p:spPr>
          <a:xfrm>
            <a:off x="283904" y="48920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1981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00828-9D01-C9E4-DA14-D2F3FA72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889C03-39BB-F065-BBA9-FA068B8B37BD}"/>
              </a:ext>
            </a:extLst>
          </p:cNvPr>
          <p:cNvSpPr txBox="1"/>
          <p:nvPr/>
        </p:nvSpPr>
        <p:spPr>
          <a:xfrm>
            <a:off x="2873230" y="197034"/>
            <a:ext cx="7877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TP / TN / FP / FN should be calculated for each class (digit 1 to 3) - </a:t>
            </a:r>
            <a:r>
              <a:rPr lang="en-US" dirty="0">
                <a:solidFill>
                  <a:srgbClr val="FF0000"/>
                </a:solidFill>
              </a:rPr>
              <a:t>underfitting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919FFE-23CF-7EF1-1162-25152F616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6" y="599813"/>
            <a:ext cx="2335494" cy="5838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A0D5F3-4C34-EDC3-37C2-F9887DA2C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304" y="684122"/>
            <a:ext cx="6379828" cy="574184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D56D00-4A4E-15E6-029F-76658161E93B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116510" y="2814507"/>
            <a:ext cx="1047226" cy="70467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0FE290-EF34-0C43-DE0F-E16D8A8170C9}"/>
              </a:ext>
            </a:extLst>
          </p:cNvPr>
          <p:cNvSpPr txBox="1"/>
          <p:nvPr/>
        </p:nvSpPr>
        <p:spPr>
          <a:xfrm>
            <a:off x="285226" y="17281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2E6FC-9F93-1290-D4C6-735C62540909}"/>
              </a:ext>
            </a:extLst>
          </p:cNvPr>
          <p:cNvSpPr txBox="1"/>
          <p:nvPr/>
        </p:nvSpPr>
        <p:spPr>
          <a:xfrm>
            <a:off x="285226" y="33261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CFF79-1A50-E16B-BCC5-48B0989F0231}"/>
              </a:ext>
            </a:extLst>
          </p:cNvPr>
          <p:cNvSpPr txBox="1"/>
          <p:nvPr/>
        </p:nvSpPr>
        <p:spPr>
          <a:xfrm>
            <a:off x="283904" y="48920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122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383CC3-10E3-0479-F532-0BC5320B2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7" y="1178653"/>
            <a:ext cx="1890879" cy="47271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758F6B-8134-C19D-2CAA-BF1B5C295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955" y="1415402"/>
            <a:ext cx="5444736" cy="42537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D5C8B4-F771-BB3F-9DC6-5E5AB38D4D8F}"/>
              </a:ext>
            </a:extLst>
          </p:cNvPr>
          <p:cNvCxnSpPr>
            <a:cxnSpLocks/>
          </p:cNvCxnSpPr>
          <p:nvPr/>
        </p:nvCxnSpPr>
        <p:spPr>
          <a:xfrm>
            <a:off x="1455490" y="3542252"/>
            <a:ext cx="1216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A30A9D-8536-47F9-3F9C-746D43D64C5C}"/>
              </a:ext>
            </a:extLst>
          </p:cNvPr>
          <p:cNvSpPr txBox="1"/>
          <p:nvPr/>
        </p:nvSpPr>
        <p:spPr>
          <a:xfrm>
            <a:off x="5180202" y="327170"/>
            <a:ext cx="1107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Precision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BB02E93-542F-545A-7AD9-866B482EE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761300"/>
              </p:ext>
            </p:extLst>
          </p:nvPr>
        </p:nvGraphicFramePr>
        <p:xfrm>
          <a:off x="9159660" y="2871442"/>
          <a:ext cx="27916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835">
                  <a:extLst>
                    <a:ext uri="{9D8B030D-6E8A-4147-A177-3AD203B41FA5}">
                      <a16:colId xmlns:a16="http://schemas.microsoft.com/office/drawing/2014/main" val="4095491157"/>
                    </a:ext>
                  </a:extLst>
                </a:gridCol>
                <a:gridCol w="1395835">
                  <a:extLst>
                    <a:ext uri="{9D8B030D-6E8A-4147-A177-3AD203B41FA5}">
                      <a16:colId xmlns:a16="http://schemas.microsoft.com/office/drawing/2014/main" val="911295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7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60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5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989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286834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E8D6F9-639F-78C1-7BAB-35469C782705}"/>
              </a:ext>
            </a:extLst>
          </p:cNvPr>
          <p:cNvCxnSpPr>
            <a:cxnSpLocks/>
          </p:cNvCxnSpPr>
          <p:nvPr/>
        </p:nvCxnSpPr>
        <p:spPr>
          <a:xfrm>
            <a:off x="8551458" y="3798542"/>
            <a:ext cx="3786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36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1AA2A0-105E-0D05-EBC6-5809F6824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96" y="1266738"/>
            <a:ext cx="1815377" cy="4538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7019E3-6123-6357-CC1A-7DA726AE0A20}"/>
              </a:ext>
            </a:extLst>
          </p:cNvPr>
          <p:cNvSpPr txBox="1"/>
          <p:nvPr/>
        </p:nvSpPr>
        <p:spPr>
          <a:xfrm>
            <a:off x="5287509" y="339754"/>
            <a:ext cx="808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Recall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FE0F29-97F2-B5B2-95BD-BA94E94CF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795" y="1335226"/>
            <a:ext cx="5649985" cy="441405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FFE21D-FD66-8DF1-9323-DF65C1271B63}"/>
              </a:ext>
            </a:extLst>
          </p:cNvPr>
          <p:cNvCxnSpPr>
            <a:cxnSpLocks/>
          </p:cNvCxnSpPr>
          <p:nvPr/>
        </p:nvCxnSpPr>
        <p:spPr>
          <a:xfrm>
            <a:off x="1455490" y="3542252"/>
            <a:ext cx="1216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120C5FC-5763-BD5C-1F4A-43328ACDA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747318"/>
              </p:ext>
            </p:extLst>
          </p:nvPr>
        </p:nvGraphicFramePr>
        <p:xfrm>
          <a:off x="9159660" y="2871442"/>
          <a:ext cx="27916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835">
                  <a:extLst>
                    <a:ext uri="{9D8B030D-6E8A-4147-A177-3AD203B41FA5}">
                      <a16:colId xmlns:a16="http://schemas.microsoft.com/office/drawing/2014/main" val="4095491157"/>
                    </a:ext>
                  </a:extLst>
                </a:gridCol>
                <a:gridCol w="1395835">
                  <a:extLst>
                    <a:ext uri="{9D8B030D-6E8A-4147-A177-3AD203B41FA5}">
                      <a16:colId xmlns:a16="http://schemas.microsoft.com/office/drawing/2014/main" val="911295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7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60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5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989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286834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544C65-78D5-C114-24A8-E2C76FC74909}"/>
              </a:ext>
            </a:extLst>
          </p:cNvPr>
          <p:cNvCxnSpPr>
            <a:cxnSpLocks/>
          </p:cNvCxnSpPr>
          <p:nvPr/>
        </p:nvCxnSpPr>
        <p:spPr>
          <a:xfrm>
            <a:off x="8551458" y="3798542"/>
            <a:ext cx="3786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1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7F8F2C-9B81-EFF5-A22F-2139265C9B2A}"/>
              </a:ext>
            </a:extLst>
          </p:cNvPr>
          <p:cNvSpPr txBox="1"/>
          <p:nvPr/>
        </p:nvSpPr>
        <p:spPr>
          <a:xfrm>
            <a:off x="6096000" y="322976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D6721-0388-97E7-58F8-562D6FF9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7" y="1402841"/>
            <a:ext cx="1815377" cy="4538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5626C-A1EA-169C-2BDA-3BF9967D9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071" y="855460"/>
            <a:ext cx="6828129" cy="563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4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2CD0A4-03C2-E9FB-0B12-79A21E8D543B}"/>
              </a:ext>
            </a:extLst>
          </p:cNvPr>
          <p:cNvSpPr txBox="1"/>
          <p:nvPr/>
        </p:nvSpPr>
        <p:spPr>
          <a:xfrm>
            <a:off x="4398548" y="272641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AUROC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(not easy to understand)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C0861-DB27-CED4-DD54-C6A0329DD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311" y="960539"/>
            <a:ext cx="6124484" cy="547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7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B93CF6-9CEF-9CCB-3F6D-F7CBBEA69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140" y="352338"/>
            <a:ext cx="4352045" cy="5947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54DEA4-38E4-9647-218A-6982B2C9B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06" y="352339"/>
            <a:ext cx="4352045" cy="594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1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e110f8-2e0f-4d45-891d-bcf2218e253d}" enabled="0" method="" siteId="{5de110f8-2e0f-4d45-891d-bcf2218e25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339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Zhang</dc:creator>
  <cp:lastModifiedBy>Jacky Zhang</cp:lastModifiedBy>
  <cp:revision>16</cp:revision>
  <dcterms:created xsi:type="dcterms:W3CDTF">2026-10-19T03:01:12Z</dcterms:created>
  <dcterms:modified xsi:type="dcterms:W3CDTF">2026-10-19T23:36:15Z</dcterms:modified>
</cp:coreProperties>
</file>
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60" r:id="rId4"/>
    <p:sldId id="261" r:id="rId5"/>
    <p:sldId id="262" r:id="rId6"/>
    <p:sldId id="263" r:id="rId7"/>
    <p:sldId id="264" r:id="rId8"/>
    <p:sldId id="268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29229-5267-4DE9-A1A5-DCD0D870BA73}" v="13" dt="2026-10-19T03:32:4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0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y Zhang" userId="f228b115-2c85-4ee8-9eb3-79fdcf4c6855" providerId="ADAL" clId="{6F5C4D4A-E967-421F-BCE5-F87453D7071D}"/>
    <pc:docChg chg="undo custSel addSld modSld">
      <pc:chgData name="Jacky Zhang" userId="f228b115-2c85-4ee8-9eb3-79fdcf4c6855" providerId="ADAL" clId="{6F5C4D4A-E967-421F-BCE5-F87453D7071D}" dt="2026-10-19T03:38:39.572" v="390" actId="1076"/>
      <pc:docMkLst>
        <pc:docMk/>
      </pc:docMkLst>
      <pc:sldChg chg="addSp modSp mod">
        <pc:chgData name="Jacky Zhang" userId="f228b115-2c85-4ee8-9eb3-79fdcf4c6855" providerId="ADAL" clId="{6F5C4D4A-E967-421F-BCE5-F87453D7071D}" dt="2026-10-19T03:09:07.412" v="95" actId="1076"/>
        <pc:sldMkLst>
          <pc:docMk/>
          <pc:sldMk cId="2005087531" sldId="256"/>
        </pc:sldMkLst>
        <pc:spChg chg="mod">
          <ac:chgData name="Jacky Zhang" userId="f228b115-2c85-4ee8-9eb3-79fdcf4c6855" providerId="ADAL" clId="{6F5C4D4A-E967-421F-BCE5-F87453D7071D}" dt="2026-10-19T03:03:40.884" v="4" actId="1076"/>
          <ac:spMkLst>
            <pc:docMk/>
            <pc:sldMk cId="2005087531" sldId="256"/>
            <ac:spMk id="6" creationId="{5699DA15-58E1-A4C1-73BE-71CEEA0B7A2B}"/>
          </ac:spMkLst>
        </pc:spChg>
        <pc:spChg chg="mod">
          <ac:chgData name="Jacky Zhang" userId="f228b115-2c85-4ee8-9eb3-79fdcf4c6855" providerId="ADAL" clId="{6F5C4D4A-E967-421F-BCE5-F87453D7071D}" dt="2026-10-19T03:03:43.088" v="5" actId="1076"/>
          <ac:spMkLst>
            <pc:docMk/>
            <pc:sldMk cId="2005087531" sldId="256"/>
            <ac:spMk id="10" creationId="{48543494-F722-38D0-9392-6013C83C3BC3}"/>
          </ac:spMkLst>
        </pc:spChg>
        <pc:spChg chg="add mod">
          <ac:chgData name="Jacky Zhang" userId="f228b115-2c85-4ee8-9eb3-79fdcf4c6855" providerId="ADAL" clId="{6F5C4D4A-E967-421F-BCE5-F87453D7071D}" dt="2026-10-19T03:04:19.980" v="16" actId="1076"/>
          <ac:spMkLst>
            <pc:docMk/>
            <pc:sldMk cId="2005087531" sldId="256"/>
            <ac:spMk id="12" creationId="{005F234A-8553-27E9-10E4-DD91DE4DB884}"/>
          </ac:spMkLst>
        </pc:spChg>
        <pc:spChg chg="add mod">
          <ac:chgData name="Jacky Zhang" userId="f228b115-2c85-4ee8-9eb3-79fdcf4c6855" providerId="ADAL" clId="{6F5C4D4A-E967-421F-BCE5-F87453D7071D}" dt="2026-10-19T03:04:24.855" v="18" actId="1076"/>
          <ac:spMkLst>
            <pc:docMk/>
            <pc:sldMk cId="2005087531" sldId="256"/>
            <ac:spMk id="14" creationId="{5BF18FC6-FE02-3537-BCFD-4E8F8A94F9E1}"/>
          </ac:spMkLst>
        </pc:spChg>
        <pc:spChg chg="add mod">
          <ac:chgData name="Jacky Zhang" userId="f228b115-2c85-4ee8-9eb3-79fdcf4c6855" providerId="ADAL" clId="{6F5C4D4A-E967-421F-BCE5-F87453D7071D}" dt="2026-10-19T03:09:07.412" v="95" actId="1076"/>
          <ac:spMkLst>
            <pc:docMk/>
            <pc:sldMk cId="2005087531" sldId="256"/>
            <ac:spMk id="19" creationId="{6A7A8BFF-98F6-3558-DFE6-3FCE688D909E}"/>
          </ac:spMkLst>
        </pc:spChg>
        <pc:graphicFrameChg chg="add mod modGraphic">
          <ac:chgData name="Jacky Zhang" userId="f228b115-2c85-4ee8-9eb3-79fdcf4c6855" providerId="ADAL" clId="{6F5C4D4A-E967-421F-BCE5-F87453D7071D}" dt="2026-10-19T03:06:41.040" v="54" actId="207"/>
          <ac:graphicFrameMkLst>
            <pc:docMk/>
            <pc:sldMk cId="2005087531" sldId="256"/>
            <ac:graphicFrameMk id="11" creationId="{5F4E7468-2839-7B1D-45F2-67B8AFB57660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5" creationId="{986A0043-8F2B-B338-A342-F40EC5EF843A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7" creationId="{AA8EA332-259B-DBE4-833E-EC21D8A47ADC}"/>
          </ac:graphicFrameMkLst>
        </pc:graphicFrameChg>
        <pc:picChg chg="mod">
          <ac:chgData name="Jacky Zhang" userId="f228b115-2c85-4ee8-9eb3-79fdcf4c6855" providerId="ADAL" clId="{6F5C4D4A-E967-421F-BCE5-F87453D7071D}" dt="2026-10-19T03:03:37.973" v="3" actId="1076"/>
          <ac:picMkLst>
            <pc:docMk/>
            <pc:sldMk cId="2005087531" sldId="256"/>
            <ac:picMk id="5" creationId="{9BE87E4D-73C3-4BE2-3D3A-036A6A2811B3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3:18.174" v="296" actId="20577"/>
        <pc:sldMkLst>
          <pc:docMk/>
          <pc:sldMk cId="4263667116" sldId="257"/>
        </pc:sldMkLst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2" creationId="{B9B481A2-F50E-975F-31CC-32CF9BBFEB82}"/>
          </ac:spMkLst>
        </pc:spChg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3" creationId="{10FD3B0E-70D2-9C3D-064E-1741C986A91A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7" creationId="{283D6387-B11F-FADC-0D49-3D6A74B67A1B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9" creationId="{6EDEB81A-21B9-0073-8EEF-CAAE13E2A992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11" creationId="{A42380F3-A4B2-A27C-0C77-03767EA97844}"/>
          </ac:spMkLst>
        </pc:spChg>
        <pc:spChg chg="add mod">
          <ac:chgData name="Jacky Zhang" userId="f228b115-2c85-4ee8-9eb3-79fdcf4c6855" providerId="ADAL" clId="{6F5C4D4A-E967-421F-BCE5-F87453D7071D}" dt="2026-10-19T03:11:31.752" v="147" actId="14100"/>
          <ac:spMkLst>
            <pc:docMk/>
            <pc:sldMk cId="4263667116" sldId="257"/>
            <ac:spMk id="16" creationId="{B6F8D832-36CF-7F2F-6B4A-7173FA215198}"/>
          </ac:spMkLst>
        </pc:spChg>
        <pc:spChg chg="add mod">
          <ac:chgData name="Jacky Zhang" userId="f228b115-2c85-4ee8-9eb3-79fdcf4c6855" providerId="ADAL" clId="{6F5C4D4A-E967-421F-BCE5-F87453D7071D}" dt="2026-10-19T03:19:49.675" v="170" actId="1076"/>
          <ac:spMkLst>
            <pc:docMk/>
            <pc:sldMk cId="4263667116" sldId="257"/>
            <ac:spMk id="20" creationId="{E29895B5-75C9-5B39-BE36-48BEE5E9E5AB}"/>
          </ac:spMkLst>
        </pc:spChg>
        <pc:graphicFrameChg chg="add mod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5" creationId="{43A96481-AE68-417F-177E-BC85F75DDC91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12" creationId="{F7090972-3B3D-CF12-F893-6D20FD83C95E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8.174" v="296" actId="20577"/>
          <ac:graphicFrameMkLst>
            <pc:docMk/>
            <pc:sldMk cId="4263667116" sldId="257"/>
            <ac:graphicFrameMk id="18" creationId="{42B71D84-3C5D-DE67-40FF-1EE2693ED48C}"/>
          </ac:graphicFrameMkLst>
        </pc:graphicFrameChg>
        <pc:picChg chg="add mod">
          <ac:chgData name="Jacky Zhang" userId="f228b115-2c85-4ee8-9eb3-79fdcf4c6855" providerId="ADAL" clId="{6F5C4D4A-E967-421F-BCE5-F87453D7071D}" dt="2026-10-19T03:11:23.673" v="144" actId="1076"/>
          <ac:picMkLst>
            <pc:docMk/>
            <pc:sldMk cId="4263667116" sldId="257"/>
            <ac:picMk id="14" creationId="{D1B5336F-9D2C-1D4F-0103-2619C63EE17D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8:39.572" v="390" actId="1076"/>
        <pc:sldMkLst>
          <pc:docMk/>
          <pc:sldMk cId="2268951450" sldId="258"/>
        </pc:sldMkLst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2" creationId="{77A0C3CE-206B-7E05-DD41-A03096F1795A}"/>
          </ac:spMkLst>
        </pc:spChg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3" creationId="{F746027F-B9A7-2B94-7863-D1F43E41D08A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8" creationId="{E2263E11-B20C-B62C-9C2D-4F7602C2EF4B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12" creationId="{E8077E8A-7EF6-7E15-59F8-2024B76139A8}"/>
          </ac:spMkLst>
        </pc:spChg>
        <pc:spChg chg="add mod">
          <ac:chgData name="Jacky Zhang" userId="f228b115-2c85-4ee8-9eb3-79fdcf4c6855" providerId="ADAL" clId="{6F5C4D4A-E967-421F-BCE5-F87453D7071D}" dt="2026-10-19T03:27:14.023" v="182" actId="1076"/>
          <ac:spMkLst>
            <pc:docMk/>
            <pc:sldMk cId="2268951450" sldId="258"/>
            <ac:spMk id="18" creationId="{1E145557-EAFE-DED3-2011-6D14ECF59BC8}"/>
          </ac:spMkLst>
        </pc:spChg>
        <pc:spChg chg="add mod">
          <ac:chgData name="Jacky Zhang" userId="f228b115-2c85-4ee8-9eb3-79fdcf4c6855" providerId="ADAL" clId="{6F5C4D4A-E967-421F-BCE5-F87453D7071D}" dt="2026-10-19T03:32:57.621" v="290" actId="1076"/>
          <ac:spMkLst>
            <pc:docMk/>
            <pc:sldMk cId="2268951450" sldId="258"/>
            <ac:spMk id="20" creationId="{85CB1850-4578-E81C-3C8B-AF0F49958AD0}"/>
          </ac:spMkLst>
        </pc:spChg>
        <pc:spChg chg="add mod">
          <ac:chgData name="Jacky Zhang" userId="f228b115-2c85-4ee8-9eb3-79fdcf4c6855" providerId="ADAL" clId="{6F5C4D4A-E967-421F-BCE5-F87453D7071D}" dt="2026-10-19T03:37:50.958" v="385" actId="1076"/>
          <ac:spMkLst>
            <pc:docMk/>
            <pc:sldMk cId="2268951450" sldId="258"/>
            <ac:spMk id="21" creationId="{5BF988CD-80AD-6386-4325-8B865693FE63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2" creationId="{1643D12C-8B32-6DA6-09E6-D8DB31090B7F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4" creationId="{CBC53D9A-2AE4-CD57-55E0-10F62EF6FF11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6" creationId="{F5CED1DD-FC66-2D8E-C896-FD7DC28D0624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8" creationId="{23932B26-5CFE-58B1-8E51-DB0FC713BBE2}"/>
          </ac:spMkLst>
        </pc:spChg>
        <pc:spChg chg="add mod">
          <ac:chgData name="Jacky Zhang" userId="f228b115-2c85-4ee8-9eb3-79fdcf4c6855" providerId="ADAL" clId="{6F5C4D4A-E967-421F-BCE5-F87453D7071D}" dt="2026-10-19T03:38:39.572" v="390" actId="1076"/>
          <ac:spMkLst>
            <pc:docMk/>
            <pc:sldMk cId="2268951450" sldId="258"/>
            <ac:spMk id="34" creationId="{B79D162C-5D8F-7592-8BD5-8FA4E106F77B}"/>
          </ac:spMkLst>
        </pc:spChg>
        <pc:graphicFrameChg chg="add del mod">
          <ac:chgData name="Jacky Zhang" userId="f228b115-2c85-4ee8-9eb3-79fdcf4c6855" providerId="ADAL" clId="{6F5C4D4A-E967-421F-BCE5-F87453D7071D}" dt="2026-10-19T03:26:30.772" v="178" actId="478"/>
          <ac:graphicFrameMkLst>
            <pc:docMk/>
            <pc:sldMk cId="2268951450" sldId="258"/>
            <ac:graphicFrameMk id="6" creationId="{629254ED-B4EE-8208-ECD7-C290C13B7433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0.089" v="293" actId="20577"/>
          <ac:graphicFrameMkLst>
            <pc:docMk/>
            <pc:sldMk cId="2268951450" sldId="258"/>
            <ac:graphicFrameMk id="10" creationId="{ADB5E8DF-AFEC-DBDE-39FE-B2FFCB16F8E3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4" creationId="{7BAA89F1-C754-125B-EE0D-90A064ECD43F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6" creationId="{C8480D10-0887-154B-F78A-EA2EE334D91E}"/>
          </ac:graphicFrameMkLst>
        </pc:graphicFrameChg>
        <pc:picChg chg="add mod">
          <ac:chgData name="Jacky Zhang" userId="f228b115-2c85-4ee8-9eb3-79fdcf4c6855" providerId="ADAL" clId="{6F5C4D4A-E967-421F-BCE5-F87453D7071D}" dt="2026-10-19T03:34:42.963" v="297" actId="1076"/>
          <ac:picMkLst>
            <pc:docMk/>
            <pc:sldMk cId="2268951450" sldId="258"/>
            <ac:picMk id="5" creationId="{DFA113D0-8950-E008-4459-528A017177FE}"/>
          </ac:picMkLst>
        </pc:picChg>
        <pc:picChg chg="add mod">
          <ac:chgData name="Jacky Zhang" userId="f228b115-2c85-4ee8-9eb3-79fdcf4c6855" providerId="ADAL" clId="{6F5C4D4A-E967-421F-BCE5-F87453D7071D}" dt="2026-10-19T03:38:26.899" v="388" actId="1076"/>
          <ac:picMkLst>
            <pc:docMk/>
            <pc:sldMk cId="2268951450" sldId="258"/>
            <ac:picMk id="32" creationId="{3617EDFE-FD7C-C8AE-D929-55CE33B9D0D3}"/>
          </ac:picMkLst>
        </pc:picChg>
        <pc:cxnChg chg="add">
          <ac:chgData name="Jacky Zhang" userId="f228b115-2c85-4ee8-9eb3-79fdcf4c6855" providerId="ADAL" clId="{6F5C4D4A-E967-421F-BCE5-F87453D7071D}" dt="2026-10-19T03:37:32.384" v="377" actId="11529"/>
          <ac:cxnSpMkLst>
            <pc:docMk/>
            <pc:sldMk cId="2268951450" sldId="258"/>
            <ac:cxnSpMk id="30" creationId="{BAD3606A-9074-C81B-D830-64794547D93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418-1720-DABB-7A99-59FF3B90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B74F9-1B5A-5B14-48B2-31236BF40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1D61-6C49-70E3-FC97-E63624D9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87558-0D2A-BB1F-FFCF-C498EAEB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6D486-473B-AA0C-1D17-14B4C912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18F6-364D-48B7-D42A-C4BF7642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571B-D070-8902-9FC7-C3FE93DC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23DD-A050-93E7-58AD-95B0E194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E31F1-3081-7E1F-5AA2-462597D9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D326-9829-4633-C2A1-47B16CA2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3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0215-14CC-7CF0-9EDF-667E58C4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2FBB-3356-43CE-C6B8-C8039ABD5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08CF-52FA-356C-F05D-0CE29DD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EF70-CE0F-ACA3-3CAA-916A534E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47F3-FA82-CCF6-2862-03C6017B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5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A2A7-9427-319A-7151-F7D30303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3FCD-6B30-A58A-A97B-CA37AC4D3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7C58C-345F-8FD1-4CE0-30532339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5A598-CFA2-326C-8CD6-58196E9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4EE5C-C0F8-FC8B-BDB2-3FF3F71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86AF-7449-34DE-AEB4-F948B3FA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7D6D-BEFF-9737-7CEF-56E307D1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95B3-3100-A612-7733-ABA60833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B799-A936-C027-159E-3698B78A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AE231-FF96-E800-6C8D-CB1CE3E17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D1EB0-0205-14CD-863D-340A627F6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FF2F-EA51-2224-39EF-1E5C38B5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1A335-D297-6DC4-375F-5F66F120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FB461-2926-F86C-98A6-EC819A75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A6DD-09D0-9205-5F72-3B4CEB04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A0AE8-6894-0534-F6FB-6356F32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EE15F-11F1-A5FC-9F62-4D64604B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EDA3-97FD-B7CC-9305-CD446CB4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7C9AD-8AF3-0F98-6CB3-DA285371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415B4-BC7B-80CD-2959-2C0D6E6C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7B61-5D1F-D3FC-4FB8-1F110266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C306-AE49-D7AF-1261-C4CD6294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A3CF-0020-CEFF-C358-A1ACB20D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A6A8F-46B4-79BF-944D-6336EFB1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B59-55D0-5328-F4DD-169EFC96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045CC-A913-5ABF-5F3A-8598131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7ECD5-9788-BEFE-194D-BA30310D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7DE6-2B0B-FF49-C31D-36CBDA70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61D3A-6A93-A57A-0A3C-7CD2213A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F84E1-2ED8-2727-7348-854B0E7F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C136E-A6BB-878B-E76F-C8432DEC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C378-BFA9-5159-E4DA-6D831F67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DA51-FAC1-32EB-1639-929F8449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4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9A6-C98A-669E-C3FB-DA9876D9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E7B62-A3A9-CE98-68B5-03C340CE9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A1EF9-3D4D-C01E-7BF9-BEE61B73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D060-1070-20D8-3E2E-4E0EA515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0133-2BBB-F0BD-A88A-BC6B26B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A7F14-4B2C-328B-80DB-51E4EA7A5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0597F-E19A-00AA-E0FB-ABADEC4F5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B3D7-9CA7-0E9B-D99C-64D5D2F3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A568-5FD3-3141-94B6-1BB36560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3CD47-2D5A-CD92-D34A-D9D1512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635D1-7222-6AFF-6578-D7A1468C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2DAA9-7DC5-8186-5964-E961A673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39F8-B173-F9A7-7006-CA2AEF594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4095-AFA0-CBC0-86FD-D6922BF8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A412-2602-4707-326E-3123A864B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55555-3EB9-1440-CD73-3FC00E33264E}"/>
              </a:ext>
            </a:extLst>
          </p:cNvPr>
          <p:cNvSpPr txBox="1"/>
          <p:nvPr/>
        </p:nvSpPr>
        <p:spPr>
          <a:xfrm>
            <a:off x="1578951" y="1589028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AA91E-9CF6-FA32-F39B-97810BF4DBE3}"/>
              </a:ext>
            </a:extLst>
          </p:cNvPr>
          <p:cNvSpPr txBox="1"/>
          <p:nvPr/>
        </p:nvSpPr>
        <p:spPr>
          <a:xfrm>
            <a:off x="1578950" y="2081182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DBB65-A790-0916-286C-17BAFCDA002B}"/>
              </a:ext>
            </a:extLst>
          </p:cNvPr>
          <p:cNvSpPr txBox="1"/>
          <p:nvPr/>
        </p:nvSpPr>
        <p:spPr>
          <a:xfrm>
            <a:off x="1578949" y="2573336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7250E-079C-EC61-BEB0-035C91831783}"/>
              </a:ext>
            </a:extLst>
          </p:cNvPr>
          <p:cNvSpPr txBox="1"/>
          <p:nvPr/>
        </p:nvSpPr>
        <p:spPr>
          <a:xfrm>
            <a:off x="1578948" y="4953013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18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2B3561-1B0D-A447-A362-911D0918F47B}"/>
              </a:ext>
            </a:extLst>
          </p:cNvPr>
          <p:cNvCxnSpPr/>
          <p:nvPr/>
        </p:nvCxnSpPr>
        <p:spPr>
          <a:xfrm>
            <a:off x="2504746" y="3271707"/>
            <a:ext cx="0" cy="1367406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EAAC7C-FEF6-9C32-934B-4CC3426C9D6B}"/>
              </a:ext>
            </a:extLst>
          </p:cNvPr>
          <p:cNvSpPr txBox="1"/>
          <p:nvPr/>
        </p:nvSpPr>
        <p:spPr>
          <a:xfrm>
            <a:off x="292940" y="415751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weights_0</a:t>
            </a:r>
            <a:r>
              <a:rPr lang="en-US" dirty="0"/>
              <a:t>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29BCAFB-2DF5-99D1-6DD7-CFEE1630E7B3}"/>
              </a:ext>
            </a:extLst>
          </p:cNvPr>
          <p:cNvSpPr/>
          <p:nvPr/>
        </p:nvSpPr>
        <p:spPr>
          <a:xfrm rot="2003396">
            <a:off x="1293353" y="1021120"/>
            <a:ext cx="539690" cy="452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50BF3-57AA-BAAB-B4C0-5144FA4DD6C7}"/>
              </a:ext>
            </a:extLst>
          </p:cNvPr>
          <p:cNvSpPr txBox="1"/>
          <p:nvPr/>
        </p:nvSpPr>
        <p:spPr>
          <a:xfrm>
            <a:off x="4524885" y="1548481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0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F460F-63DC-781C-362C-9B9F8EA392B7}"/>
              </a:ext>
            </a:extLst>
          </p:cNvPr>
          <p:cNvSpPr txBox="1"/>
          <p:nvPr/>
        </p:nvSpPr>
        <p:spPr>
          <a:xfrm>
            <a:off x="4524884" y="204063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1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32E7A-8754-2D56-CA94-D4DA7D94DEF6}"/>
              </a:ext>
            </a:extLst>
          </p:cNvPr>
          <p:cNvSpPr txBox="1"/>
          <p:nvPr/>
        </p:nvSpPr>
        <p:spPr>
          <a:xfrm>
            <a:off x="4524883" y="2532789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2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62DF0-9359-77A7-09E9-52A5EF8C7046}"/>
              </a:ext>
            </a:extLst>
          </p:cNvPr>
          <p:cNvSpPr txBox="1"/>
          <p:nvPr/>
        </p:nvSpPr>
        <p:spPr>
          <a:xfrm>
            <a:off x="4524882" y="4912466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18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BC1608-AD8E-0899-2AE8-2E5AA9281F83}"/>
              </a:ext>
            </a:extLst>
          </p:cNvPr>
          <p:cNvCxnSpPr/>
          <p:nvPr/>
        </p:nvCxnSpPr>
        <p:spPr>
          <a:xfrm>
            <a:off x="5450680" y="3231160"/>
            <a:ext cx="0" cy="1367406"/>
          </a:xfrm>
          <a:prstGeom prst="line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48845D-640A-6D2D-CE97-B5B7DE11ECFE}"/>
              </a:ext>
            </a:extLst>
          </p:cNvPr>
          <p:cNvCxnSpPr>
            <a:cxnSpLocks/>
          </p:cNvCxnSpPr>
          <p:nvPr/>
        </p:nvCxnSpPr>
        <p:spPr>
          <a:xfrm>
            <a:off x="6893653" y="3524776"/>
            <a:ext cx="750815" cy="0"/>
          </a:xfrm>
          <a:prstGeom prst="line">
            <a:avLst/>
          </a:prstGeom>
          <a:ln w="762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277610C-5D37-C596-3E3B-425AC8B2431F}"/>
              </a:ext>
            </a:extLst>
          </p:cNvPr>
          <p:cNvSpPr txBox="1"/>
          <p:nvPr/>
        </p:nvSpPr>
        <p:spPr>
          <a:xfrm>
            <a:off x="8146132" y="1495350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Epoch 50 – data 0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3E5B8-DAA3-EA4F-EFEE-B642DDB5666D}"/>
              </a:ext>
            </a:extLst>
          </p:cNvPr>
          <p:cNvSpPr txBox="1"/>
          <p:nvPr/>
        </p:nvSpPr>
        <p:spPr>
          <a:xfrm>
            <a:off x="8146131" y="1987504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Epoch 50 – data 1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A66FFF-B163-17F1-1235-67E15857FE65}"/>
              </a:ext>
            </a:extLst>
          </p:cNvPr>
          <p:cNvSpPr txBox="1"/>
          <p:nvPr/>
        </p:nvSpPr>
        <p:spPr>
          <a:xfrm>
            <a:off x="8146130" y="2479658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Epoch 50 – data 2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E8AF5-F747-02B6-D9D7-E9E796684044}"/>
              </a:ext>
            </a:extLst>
          </p:cNvPr>
          <p:cNvSpPr txBox="1"/>
          <p:nvPr/>
        </p:nvSpPr>
        <p:spPr>
          <a:xfrm>
            <a:off x="8146129" y="4859335"/>
            <a:ext cx="209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Epoch 50 – data 18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E4AD88-C57B-4EB2-7ADB-808CCA575742}"/>
              </a:ext>
            </a:extLst>
          </p:cNvPr>
          <p:cNvCxnSpPr/>
          <p:nvPr/>
        </p:nvCxnSpPr>
        <p:spPr>
          <a:xfrm>
            <a:off x="9071927" y="3178029"/>
            <a:ext cx="0" cy="1367406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B86D608-8942-BF1C-1DB7-AFE430C446EA}"/>
              </a:ext>
            </a:extLst>
          </p:cNvPr>
          <p:cNvSpPr txBox="1"/>
          <p:nvPr/>
        </p:nvSpPr>
        <p:spPr>
          <a:xfrm>
            <a:off x="9690008" y="5903339"/>
            <a:ext cx="2351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weights_1200</a:t>
            </a:r>
            <a:r>
              <a:rPr lang="en-US" dirty="0"/>
              <a:t>)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0AA7F8E-3B10-F8C7-4B5B-414AFE59C47F}"/>
              </a:ext>
            </a:extLst>
          </p:cNvPr>
          <p:cNvSpPr/>
          <p:nvPr/>
        </p:nvSpPr>
        <p:spPr>
          <a:xfrm rot="2003396">
            <a:off x="9943802" y="5339843"/>
            <a:ext cx="539690" cy="452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C167A-46ED-4446-59F9-E919088B83E4}"/>
              </a:ext>
            </a:extLst>
          </p:cNvPr>
          <p:cNvSpPr txBox="1"/>
          <p:nvPr/>
        </p:nvSpPr>
        <p:spPr>
          <a:xfrm>
            <a:off x="5108895" y="337778"/>
            <a:ext cx="2120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Procedure 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956971D-9687-2D87-C502-64291CD50D61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3553976" y="1733147"/>
            <a:ext cx="970909" cy="34045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3476200-6866-1D14-8E5B-C71DFF1693FB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499910" y="3914863"/>
            <a:ext cx="769151" cy="11822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DAC1A06-1693-4B8F-D931-BC01E4145CD6}"/>
              </a:ext>
            </a:extLst>
          </p:cNvPr>
          <p:cNvCxnSpPr>
            <a:cxnSpLocks/>
            <a:endCxn id="17" idx="1"/>
          </p:cNvCxnSpPr>
          <p:nvPr/>
        </p:nvCxnSpPr>
        <p:spPr>
          <a:xfrm rot="5400000" flipH="1" flipV="1">
            <a:off x="7050022" y="1859854"/>
            <a:ext cx="1275948" cy="9162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66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E87E4D-73C3-4BE2-3D3A-036A6A28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47" y="2983452"/>
            <a:ext cx="1374735" cy="14602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C9AB0B-BC3A-C8EE-9926-0DCB4950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377" y="2587245"/>
            <a:ext cx="4971899" cy="2060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C6CFF5-8361-4B7C-5764-029B09E81975}"/>
              </a:ext>
            </a:extLst>
          </p:cNvPr>
          <p:cNvSpPr txBox="1"/>
          <p:nvPr/>
        </p:nvSpPr>
        <p:spPr>
          <a:xfrm>
            <a:off x="5253327" y="7481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C424F-3A5D-C69F-8710-6E901FF41BBC}"/>
              </a:ext>
            </a:extLst>
          </p:cNvPr>
          <p:cNvSpPr txBox="1"/>
          <p:nvPr/>
        </p:nvSpPr>
        <p:spPr>
          <a:xfrm>
            <a:off x="10928173" y="74815"/>
            <a:ext cx="1028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3.2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D10073-2A82-125F-F014-F5A859DFA11E}"/>
              </a:ext>
            </a:extLst>
          </p:cNvPr>
          <p:cNvSpPr txBox="1"/>
          <p:nvPr/>
        </p:nvSpPr>
        <p:spPr>
          <a:xfrm>
            <a:off x="580247" y="2448718"/>
            <a:ext cx="1420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</a:t>
            </a:r>
            <a:r>
              <a:rPr lang="en-US" dirty="0" err="1"/>
              <a:t>train_x</a:t>
            </a:r>
            <a:r>
              <a:rPr lang="en-US" dirty="0"/>
              <a:t>[0]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0729576-E6FC-23A9-4960-B67EAD4528CE}"/>
              </a:ext>
            </a:extLst>
          </p:cNvPr>
          <p:cNvSpPr/>
          <p:nvPr/>
        </p:nvSpPr>
        <p:spPr>
          <a:xfrm>
            <a:off x="2245781" y="3510133"/>
            <a:ext cx="421920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70D2BFB-735C-6D83-D2A7-2CDCE388A7B8}"/>
              </a:ext>
            </a:extLst>
          </p:cNvPr>
          <p:cNvSpPr/>
          <p:nvPr/>
        </p:nvSpPr>
        <p:spPr>
          <a:xfrm>
            <a:off x="7907704" y="3510133"/>
            <a:ext cx="421920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D6A9A6-19E6-74EB-6046-EFEF0CD38921}"/>
              </a:ext>
            </a:extLst>
          </p:cNvPr>
          <p:cNvSpPr txBox="1"/>
          <p:nvPr/>
        </p:nvSpPr>
        <p:spPr>
          <a:xfrm>
            <a:off x="8498052" y="2274016"/>
            <a:ext cx="16201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0.01%</a:t>
            </a:r>
          </a:p>
          <a:p>
            <a:r>
              <a:rPr lang="en-US" dirty="0"/>
              <a:t>1: 22.04%</a:t>
            </a:r>
          </a:p>
          <a:p>
            <a:r>
              <a:rPr lang="en-US" dirty="0"/>
              <a:t>2: 62.39%</a:t>
            </a:r>
          </a:p>
          <a:p>
            <a:r>
              <a:rPr lang="en-US" dirty="0"/>
              <a:t>3: 15.56%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C9F8C9-6B0F-F725-C218-6B6D58316A8C}"/>
              </a:ext>
            </a:extLst>
          </p:cNvPr>
          <p:cNvSpPr txBox="1"/>
          <p:nvPr/>
        </p:nvSpPr>
        <p:spPr>
          <a:xfrm>
            <a:off x="4323476" y="5253675"/>
            <a:ext cx="2414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scores = model(x)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3CDEAE-2630-9F58-01CD-310B5C26D43A}"/>
              </a:ext>
            </a:extLst>
          </p:cNvPr>
          <p:cNvSpPr txBox="1"/>
          <p:nvPr/>
        </p:nvSpPr>
        <p:spPr>
          <a:xfrm>
            <a:off x="10750496" y="2234118"/>
            <a:ext cx="12960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0.00%</a:t>
            </a:r>
          </a:p>
          <a:p>
            <a:r>
              <a:rPr lang="en-US" dirty="0"/>
              <a:t>1: 0.00%</a:t>
            </a:r>
          </a:p>
          <a:p>
            <a:r>
              <a:rPr lang="en-US" dirty="0"/>
              <a:t>2: 100%</a:t>
            </a:r>
          </a:p>
          <a:p>
            <a:r>
              <a:rPr lang="en-US" dirty="0"/>
              <a:t>3: 0.00%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43C573-3311-351F-4281-A4B92EE8D0C1}"/>
              </a:ext>
            </a:extLst>
          </p:cNvPr>
          <p:cNvSpPr txBox="1"/>
          <p:nvPr/>
        </p:nvSpPr>
        <p:spPr>
          <a:xfrm>
            <a:off x="10187789" y="5165700"/>
            <a:ext cx="1936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label0 = </a:t>
            </a:r>
            <a:r>
              <a:rPr lang="en-US" dirty="0" err="1"/>
              <a:t>train_y</a:t>
            </a:r>
            <a:r>
              <a:rPr lang="en-US" dirty="0"/>
              <a:t>[0]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F3DD2A-480E-B205-C2A4-C382E247CA1C}"/>
              </a:ext>
            </a:extLst>
          </p:cNvPr>
          <p:cNvSpPr txBox="1"/>
          <p:nvPr/>
        </p:nvSpPr>
        <p:spPr>
          <a:xfrm>
            <a:off x="8580548" y="5165700"/>
            <a:ext cx="86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B1FDEA-0993-C58C-F648-AE77ED769FF4}"/>
              </a:ext>
            </a:extLst>
          </p:cNvPr>
          <p:cNvSpPr txBox="1"/>
          <p:nvPr/>
        </p:nvSpPr>
        <p:spPr>
          <a:xfrm>
            <a:off x="4311267" y="1915004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weights_0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5087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47C8F-2845-D67B-DC6F-1D812158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AEFD49-89A1-FDF2-2995-8F65E0928CDC}"/>
              </a:ext>
            </a:extLst>
          </p:cNvPr>
          <p:cNvSpPr txBox="1"/>
          <p:nvPr/>
        </p:nvSpPr>
        <p:spPr>
          <a:xfrm>
            <a:off x="5253327" y="7481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C90DD-46C7-FFE3-2494-07511A3B1647}"/>
              </a:ext>
            </a:extLst>
          </p:cNvPr>
          <p:cNvSpPr txBox="1"/>
          <p:nvPr/>
        </p:nvSpPr>
        <p:spPr>
          <a:xfrm>
            <a:off x="10928173" y="74815"/>
            <a:ext cx="1028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3.3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47329D-C712-3C93-DFC3-A50FBE265F25}"/>
              </a:ext>
            </a:extLst>
          </p:cNvPr>
          <p:cNvSpPr txBox="1"/>
          <p:nvPr/>
        </p:nvSpPr>
        <p:spPr>
          <a:xfrm>
            <a:off x="1904306" y="2055902"/>
            <a:ext cx="16201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0.01%</a:t>
            </a:r>
          </a:p>
          <a:p>
            <a:r>
              <a:rPr lang="en-US" dirty="0"/>
              <a:t>1: 22.04%</a:t>
            </a:r>
          </a:p>
          <a:p>
            <a:r>
              <a:rPr lang="en-US" dirty="0"/>
              <a:t>2: 62.39%</a:t>
            </a:r>
          </a:p>
          <a:p>
            <a:r>
              <a:rPr lang="en-US" dirty="0"/>
              <a:t>3: 15.56%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8C0D0-138B-211C-9994-EF013D191890}"/>
              </a:ext>
            </a:extLst>
          </p:cNvPr>
          <p:cNvSpPr txBox="1"/>
          <p:nvPr/>
        </p:nvSpPr>
        <p:spPr>
          <a:xfrm>
            <a:off x="5623088" y="2016004"/>
            <a:ext cx="12960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0.00%</a:t>
            </a:r>
          </a:p>
          <a:p>
            <a:r>
              <a:rPr lang="en-US" dirty="0"/>
              <a:t>1: 0.00%</a:t>
            </a:r>
          </a:p>
          <a:p>
            <a:r>
              <a:rPr lang="en-US" dirty="0"/>
              <a:t>2: 100%</a:t>
            </a:r>
          </a:p>
          <a:p>
            <a:r>
              <a:rPr lang="en-US" dirty="0"/>
              <a:t>3: 0.00%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469EE0-0F56-5ACF-B7CB-3DB906390577}"/>
              </a:ext>
            </a:extLst>
          </p:cNvPr>
          <p:cNvSpPr txBox="1"/>
          <p:nvPr/>
        </p:nvSpPr>
        <p:spPr>
          <a:xfrm>
            <a:off x="5367624" y="4947586"/>
            <a:ext cx="154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y0 = </a:t>
            </a:r>
            <a:r>
              <a:rPr lang="en-US" dirty="0" err="1"/>
              <a:t>train_y</a:t>
            </a:r>
            <a:r>
              <a:rPr lang="en-US" dirty="0"/>
              <a:t>[0]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9F52A-EA7F-16C2-B1F8-EF03E5B3B6A3}"/>
              </a:ext>
            </a:extLst>
          </p:cNvPr>
          <p:cNvSpPr txBox="1"/>
          <p:nvPr/>
        </p:nvSpPr>
        <p:spPr>
          <a:xfrm>
            <a:off x="1986802" y="4947586"/>
            <a:ext cx="86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2D783-9CF8-2AAE-6A90-DE092E7240E5}"/>
              </a:ext>
            </a:extLst>
          </p:cNvPr>
          <p:cNvSpPr txBox="1"/>
          <p:nvPr/>
        </p:nvSpPr>
        <p:spPr>
          <a:xfrm>
            <a:off x="3090658" y="5920600"/>
            <a:ext cx="3180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loss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loss_fn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(scores, y)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D098D7-D2EC-A010-B66A-0D957088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636" y="917846"/>
            <a:ext cx="586747" cy="6232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Flowchart: Summing Junction 9">
            <a:extLst>
              <a:ext uri="{FF2B5EF4-FFF2-40B4-BE49-F238E27FC236}">
                <a16:creationId xmlns:a16="http://schemas.microsoft.com/office/drawing/2014/main" id="{4DFEB97C-B0FE-8F3C-C4D4-D2AC2CFD0621}"/>
              </a:ext>
            </a:extLst>
          </p:cNvPr>
          <p:cNvSpPr/>
          <p:nvPr/>
        </p:nvSpPr>
        <p:spPr>
          <a:xfrm>
            <a:off x="3923272" y="4091152"/>
            <a:ext cx="482367" cy="469784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B9B357-26E2-2870-16A0-E4126E8C82EB}"/>
              </a:ext>
            </a:extLst>
          </p:cNvPr>
          <p:cNvSpPr txBox="1"/>
          <p:nvPr/>
        </p:nvSpPr>
        <p:spPr>
          <a:xfrm>
            <a:off x="7722066" y="3252901"/>
            <a:ext cx="48572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loss0 = 1 / 10 * [(0.01% - 0.00%)^2 + …]</a:t>
            </a:r>
          </a:p>
          <a:p>
            <a:r>
              <a:rPr lang="en-US" dirty="0"/>
              <a:t>             = 0.02142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51C165-1F75-4C38-0A04-0208A0FAF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80" y="3124627"/>
            <a:ext cx="1699981" cy="6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47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37F73-2214-425C-50BE-A9744092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E5C79B-B22B-FEC4-682C-4E165EA0418B}"/>
              </a:ext>
            </a:extLst>
          </p:cNvPr>
          <p:cNvSpPr txBox="1"/>
          <p:nvPr/>
        </p:nvSpPr>
        <p:spPr>
          <a:xfrm>
            <a:off x="5253327" y="7481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FE6FE-5B17-7927-E1D9-C6CC0DD6A190}"/>
              </a:ext>
            </a:extLst>
          </p:cNvPr>
          <p:cNvSpPr txBox="1"/>
          <p:nvPr/>
        </p:nvSpPr>
        <p:spPr>
          <a:xfrm>
            <a:off x="10810727" y="74815"/>
            <a:ext cx="1241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3.4/5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3BFFE-029B-51F7-5DFA-DAD667C67914}"/>
              </a:ext>
            </a:extLst>
          </p:cNvPr>
          <p:cNvSpPr txBox="1"/>
          <p:nvPr/>
        </p:nvSpPr>
        <p:spPr>
          <a:xfrm>
            <a:off x="955542" y="5754325"/>
            <a:ext cx="8595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loss.backward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                    # 3.4: BP computes gradients for both layers.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optimizer.step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                     # 3.5: Update weights and biases.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064AC-E76B-2616-6EAD-835868951CF7}"/>
              </a:ext>
            </a:extLst>
          </p:cNvPr>
          <p:cNvSpPr txBox="1"/>
          <p:nvPr/>
        </p:nvSpPr>
        <p:spPr>
          <a:xfrm>
            <a:off x="5447338" y="3298863"/>
            <a:ext cx="1786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loss0 = </a:t>
            </a:r>
            <a:r>
              <a:rPr lang="en-US" dirty="0"/>
              <a:t>0.02142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9A8722-5A2E-200F-A097-F0AF74317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9" y="2398694"/>
            <a:ext cx="4971899" cy="20606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EC7BB2-5627-94DC-F45B-9167E89273E5}"/>
              </a:ext>
            </a:extLst>
          </p:cNvPr>
          <p:cNvSpPr txBox="1"/>
          <p:nvPr/>
        </p:nvSpPr>
        <p:spPr>
          <a:xfrm>
            <a:off x="2043590" y="1726453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weights_0</a:t>
            </a:r>
            <a:r>
              <a:rPr lang="en-US" dirty="0"/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4C5454-34D8-9139-101B-777811D51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413" y="2398694"/>
            <a:ext cx="4971899" cy="20606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5B0BEBF-5F8E-0C9E-E6BF-E4AFB05E27EB}"/>
              </a:ext>
            </a:extLst>
          </p:cNvPr>
          <p:cNvSpPr txBox="1"/>
          <p:nvPr/>
        </p:nvSpPr>
        <p:spPr>
          <a:xfrm>
            <a:off x="8704303" y="1726453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weights_1</a:t>
            </a:r>
            <a:r>
              <a:rPr lang="en-US" dirty="0"/>
              <a:t>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272951-9727-459F-943E-4049298479C9}"/>
              </a:ext>
            </a:extLst>
          </p:cNvPr>
          <p:cNvSpPr/>
          <p:nvPr/>
        </p:nvSpPr>
        <p:spPr>
          <a:xfrm>
            <a:off x="8318107" y="3298863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A9F6FDD-2419-0FFA-E9E9-9FAE7278A9E4}"/>
              </a:ext>
            </a:extLst>
          </p:cNvPr>
          <p:cNvSpPr/>
          <p:nvPr/>
        </p:nvSpPr>
        <p:spPr>
          <a:xfrm>
            <a:off x="8884364" y="3976385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056CBB-D815-3631-7447-FD18FC987E51}"/>
              </a:ext>
            </a:extLst>
          </p:cNvPr>
          <p:cNvSpPr/>
          <p:nvPr/>
        </p:nvSpPr>
        <p:spPr>
          <a:xfrm>
            <a:off x="8884364" y="2820800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4EE793-CEC6-2011-2C42-1E4655ED0AE1}"/>
              </a:ext>
            </a:extLst>
          </p:cNvPr>
          <p:cNvSpPr/>
          <p:nvPr/>
        </p:nvSpPr>
        <p:spPr>
          <a:xfrm>
            <a:off x="10479491" y="2890915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6F1143-D82F-36A8-954D-02411F08B031}"/>
              </a:ext>
            </a:extLst>
          </p:cNvPr>
          <p:cNvSpPr/>
          <p:nvPr/>
        </p:nvSpPr>
        <p:spPr>
          <a:xfrm>
            <a:off x="11328220" y="3867332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5351778-FCD0-74A4-A15E-5585B5B82167}"/>
              </a:ext>
            </a:extLst>
          </p:cNvPr>
          <p:cNvSpPr/>
          <p:nvPr/>
        </p:nvSpPr>
        <p:spPr>
          <a:xfrm>
            <a:off x="11044319" y="2615270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F37962F-BD28-9D1E-FAB0-C33CF5A71282}"/>
              </a:ext>
            </a:extLst>
          </p:cNvPr>
          <p:cNvSpPr/>
          <p:nvPr/>
        </p:nvSpPr>
        <p:spPr>
          <a:xfrm>
            <a:off x="10447333" y="3718628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EEA293F-0E14-EA51-FD57-5F6B40B92F4E}"/>
              </a:ext>
            </a:extLst>
          </p:cNvPr>
          <p:cNvSpPr/>
          <p:nvPr/>
        </p:nvSpPr>
        <p:spPr>
          <a:xfrm>
            <a:off x="10926906" y="3262779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09B27AA-97F9-A9EA-CAE7-8F85B420DC46}"/>
              </a:ext>
            </a:extLst>
          </p:cNvPr>
          <p:cNvSpPr/>
          <p:nvPr/>
        </p:nvSpPr>
        <p:spPr>
          <a:xfrm>
            <a:off x="6096000" y="1695320"/>
            <a:ext cx="421920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68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1803-B50C-D6BF-34CF-0E133627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926996-E589-F7A1-8331-167981932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77" y="2587245"/>
            <a:ext cx="4971899" cy="2060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F5645F-BE56-3F18-7E2B-8EE7BF3F29E2}"/>
              </a:ext>
            </a:extLst>
          </p:cNvPr>
          <p:cNvSpPr txBox="1"/>
          <p:nvPr/>
        </p:nvSpPr>
        <p:spPr>
          <a:xfrm>
            <a:off x="5253327" y="7481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5DEA23-3AC4-E5DD-C835-7E7CED4491E0}"/>
              </a:ext>
            </a:extLst>
          </p:cNvPr>
          <p:cNvSpPr txBox="1"/>
          <p:nvPr/>
        </p:nvSpPr>
        <p:spPr>
          <a:xfrm>
            <a:off x="10928173" y="74815"/>
            <a:ext cx="1028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3.2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1FFA4-2D6B-4B3B-FED4-B34F64D89ABD}"/>
              </a:ext>
            </a:extLst>
          </p:cNvPr>
          <p:cNvSpPr txBox="1"/>
          <p:nvPr/>
        </p:nvSpPr>
        <p:spPr>
          <a:xfrm>
            <a:off x="580247" y="2448718"/>
            <a:ext cx="1420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</a:t>
            </a:r>
            <a:r>
              <a:rPr lang="en-US" dirty="0" err="1"/>
              <a:t>train_x</a:t>
            </a:r>
            <a:r>
              <a:rPr lang="en-US" dirty="0"/>
              <a:t>[1]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5976B57-F326-993F-0CF6-7EC1518FE1BD}"/>
              </a:ext>
            </a:extLst>
          </p:cNvPr>
          <p:cNvSpPr/>
          <p:nvPr/>
        </p:nvSpPr>
        <p:spPr>
          <a:xfrm>
            <a:off x="2245781" y="3510133"/>
            <a:ext cx="421920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DD3C2A5-BAF7-AF90-7AA8-627E66B2291F}"/>
              </a:ext>
            </a:extLst>
          </p:cNvPr>
          <p:cNvSpPr/>
          <p:nvPr/>
        </p:nvSpPr>
        <p:spPr>
          <a:xfrm>
            <a:off x="7907704" y="3510133"/>
            <a:ext cx="421920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89C257-8752-EE57-D374-A5EE3F45E7B1}"/>
              </a:ext>
            </a:extLst>
          </p:cNvPr>
          <p:cNvSpPr txBox="1"/>
          <p:nvPr/>
        </p:nvSpPr>
        <p:spPr>
          <a:xfrm>
            <a:off x="8498052" y="2274016"/>
            <a:ext cx="16201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0.01%</a:t>
            </a:r>
          </a:p>
          <a:p>
            <a:r>
              <a:rPr lang="en-US" dirty="0"/>
              <a:t>1: 12.04%</a:t>
            </a:r>
          </a:p>
          <a:p>
            <a:r>
              <a:rPr lang="en-US" dirty="0"/>
              <a:t>2: 62.39%</a:t>
            </a:r>
          </a:p>
          <a:p>
            <a:r>
              <a:rPr lang="en-US" dirty="0"/>
              <a:t>3: 15.56%</a:t>
            </a:r>
          </a:p>
          <a:p>
            <a:r>
              <a:rPr lang="en-US" dirty="0"/>
              <a:t>4: 13.00%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149414-5F37-D99A-8BFC-940A42F9B000}"/>
              </a:ext>
            </a:extLst>
          </p:cNvPr>
          <p:cNvSpPr txBox="1"/>
          <p:nvPr/>
        </p:nvSpPr>
        <p:spPr>
          <a:xfrm>
            <a:off x="4323476" y="5253675"/>
            <a:ext cx="2414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score1 = model(x)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53117-B5B3-9C4F-225C-7522CB327F67}"/>
              </a:ext>
            </a:extLst>
          </p:cNvPr>
          <p:cNvSpPr txBox="1"/>
          <p:nvPr/>
        </p:nvSpPr>
        <p:spPr>
          <a:xfrm>
            <a:off x="10750496" y="2234118"/>
            <a:ext cx="12960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0.00%</a:t>
            </a:r>
          </a:p>
          <a:p>
            <a:r>
              <a:rPr lang="en-US" dirty="0"/>
              <a:t>1: 0.00%</a:t>
            </a:r>
          </a:p>
          <a:p>
            <a:r>
              <a:rPr lang="en-US" dirty="0"/>
              <a:t>2: 0.00%</a:t>
            </a:r>
          </a:p>
          <a:p>
            <a:r>
              <a:rPr lang="en-US" dirty="0"/>
              <a:t>3: 100.00%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91D5D8-E23C-EF76-7002-E3393ABA80DD}"/>
              </a:ext>
            </a:extLst>
          </p:cNvPr>
          <p:cNvSpPr txBox="1"/>
          <p:nvPr/>
        </p:nvSpPr>
        <p:spPr>
          <a:xfrm>
            <a:off x="10255701" y="5159587"/>
            <a:ext cx="1936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label1 = </a:t>
            </a:r>
            <a:r>
              <a:rPr lang="en-US" dirty="0" err="1"/>
              <a:t>train_y</a:t>
            </a:r>
            <a:r>
              <a:rPr lang="en-US" dirty="0"/>
              <a:t>[1]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D21D1-7F4B-6511-C559-7FD4C349C208}"/>
              </a:ext>
            </a:extLst>
          </p:cNvPr>
          <p:cNvSpPr txBox="1"/>
          <p:nvPr/>
        </p:nvSpPr>
        <p:spPr>
          <a:xfrm>
            <a:off x="8580548" y="5165700"/>
            <a:ext cx="86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42C4A2-D1E4-C61E-197A-CDF20A76D1F5}"/>
              </a:ext>
            </a:extLst>
          </p:cNvPr>
          <p:cNvSpPr txBox="1"/>
          <p:nvPr/>
        </p:nvSpPr>
        <p:spPr>
          <a:xfrm>
            <a:off x="4311267" y="1915004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weights_1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33E4F-4E6F-266C-5005-D9B4EA7A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47" y="3003096"/>
            <a:ext cx="1498833" cy="149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6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6B4F-CE95-9FC3-F51F-165ECDFC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9F86BB-4F98-C29F-CB68-991F41B96B7A}"/>
              </a:ext>
            </a:extLst>
          </p:cNvPr>
          <p:cNvSpPr txBox="1"/>
          <p:nvPr/>
        </p:nvSpPr>
        <p:spPr>
          <a:xfrm>
            <a:off x="5253327" y="7481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E58C3-BF0D-BF57-FE8B-4292D9B3FDE7}"/>
              </a:ext>
            </a:extLst>
          </p:cNvPr>
          <p:cNvSpPr txBox="1"/>
          <p:nvPr/>
        </p:nvSpPr>
        <p:spPr>
          <a:xfrm>
            <a:off x="10928173" y="74815"/>
            <a:ext cx="1028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3.3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DAA871-FD37-28BB-1064-AB435056DC0F}"/>
              </a:ext>
            </a:extLst>
          </p:cNvPr>
          <p:cNvSpPr txBox="1"/>
          <p:nvPr/>
        </p:nvSpPr>
        <p:spPr>
          <a:xfrm>
            <a:off x="5384331" y="4947586"/>
            <a:ext cx="154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y1 = </a:t>
            </a:r>
            <a:r>
              <a:rPr lang="en-US" dirty="0" err="1"/>
              <a:t>train_y</a:t>
            </a:r>
            <a:r>
              <a:rPr lang="en-US" dirty="0"/>
              <a:t>[1]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73F20D-AAAB-C261-7B18-282F6F83647A}"/>
              </a:ext>
            </a:extLst>
          </p:cNvPr>
          <p:cNvSpPr txBox="1"/>
          <p:nvPr/>
        </p:nvSpPr>
        <p:spPr>
          <a:xfrm>
            <a:off x="1986802" y="4947586"/>
            <a:ext cx="86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67E7D-4E44-8817-D8DF-A96A3CD89221}"/>
              </a:ext>
            </a:extLst>
          </p:cNvPr>
          <p:cNvSpPr txBox="1"/>
          <p:nvPr/>
        </p:nvSpPr>
        <p:spPr>
          <a:xfrm>
            <a:off x="3090658" y="5920600"/>
            <a:ext cx="3180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loss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loss_fn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(scores, y)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2001AD-5F65-DCCC-EEB8-7E2EECC91F22}"/>
              </a:ext>
            </a:extLst>
          </p:cNvPr>
          <p:cNvSpPr txBox="1"/>
          <p:nvPr/>
        </p:nvSpPr>
        <p:spPr>
          <a:xfrm>
            <a:off x="7779480" y="3164933"/>
            <a:ext cx="4176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loss1 = 1 / 10 * [(0.01% - 0.00%)^2 + …]</a:t>
            </a:r>
          </a:p>
          <a:p>
            <a:r>
              <a:rPr lang="en-US" dirty="0"/>
              <a:t>             = 0.11337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D320F-D096-AC32-164B-AB852F8CAC52}"/>
              </a:ext>
            </a:extLst>
          </p:cNvPr>
          <p:cNvSpPr txBox="1"/>
          <p:nvPr/>
        </p:nvSpPr>
        <p:spPr>
          <a:xfrm>
            <a:off x="1934532" y="2016004"/>
            <a:ext cx="12960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0.01%</a:t>
            </a:r>
          </a:p>
          <a:p>
            <a:r>
              <a:rPr lang="en-US" dirty="0"/>
              <a:t>1: 12.04%</a:t>
            </a:r>
          </a:p>
          <a:p>
            <a:r>
              <a:rPr lang="en-US" dirty="0"/>
              <a:t>2: 62.39%</a:t>
            </a:r>
          </a:p>
          <a:p>
            <a:r>
              <a:rPr lang="en-US" dirty="0"/>
              <a:t>3: 15.56%</a:t>
            </a:r>
          </a:p>
          <a:p>
            <a:r>
              <a:rPr lang="en-US" dirty="0"/>
              <a:t>4: 13.00%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E2F00-0C84-2E69-D5E7-2D54832478FE}"/>
              </a:ext>
            </a:extLst>
          </p:cNvPr>
          <p:cNvSpPr txBox="1"/>
          <p:nvPr/>
        </p:nvSpPr>
        <p:spPr>
          <a:xfrm>
            <a:off x="5623087" y="1997839"/>
            <a:ext cx="12960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0.00%</a:t>
            </a:r>
          </a:p>
          <a:p>
            <a:r>
              <a:rPr lang="en-US" dirty="0"/>
              <a:t>1: 0.00%</a:t>
            </a:r>
          </a:p>
          <a:p>
            <a:r>
              <a:rPr lang="en-US" dirty="0"/>
              <a:t>2: 0.00%</a:t>
            </a:r>
          </a:p>
          <a:p>
            <a:r>
              <a:rPr lang="en-US" dirty="0"/>
              <a:t>3: 100.00%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64ACC1-2D7A-9F64-B015-B594AFFF0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087" y="857817"/>
            <a:ext cx="1033247" cy="1033247"/>
          </a:xfrm>
          <a:prstGeom prst="rect">
            <a:avLst/>
          </a:prstGeom>
        </p:spPr>
      </p:pic>
      <p:sp>
        <p:nvSpPr>
          <p:cNvPr id="5" name="Flowchart: Summing Junction 4">
            <a:extLst>
              <a:ext uri="{FF2B5EF4-FFF2-40B4-BE49-F238E27FC236}">
                <a16:creationId xmlns:a16="http://schemas.microsoft.com/office/drawing/2014/main" id="{F87CA366-DBE1-14F5-6202-717DD62435FA}"/>
              </a:ext>
            </a:extLst>
          </p:cNvPr>
          <p:cNvSpPr/>
          <p:nvPr/>
        </p:nvSpPr>
        <p:spPr>
          <a:xfrm>
            <a:off x="3923272" y="4091152"/>
            <a:ext cx="482367" cy="469784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CB5AE6-80B9-92E3-0290-6E19975A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80" y="3124627"/>
            <a:ext cx="1699981" cy="6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5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63C7-1DFD-B65B-F196-CE58A635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288A6B-A38F-1CFD-0233-3A63FC19C082}"/>
              </a:ext>
            </a:extLst>
          </p:cNvPr>
          <p:cNvSpPr txBox="1"/>
          <p:nvPr/>
        </p:nvSpPr>
        <p:spPr>
          <a:xfrm>
            <a:off x="5253327" y="7481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F357B-1A5C-64D4-FE28-180A8F386AA0}"/>
              </a:ext>
            </a:extLst>
          </p:cNvPr>
          <p:cNvSpPr txBox="1"/>
          <p:nvPr/>
        </p:nvSpPr>
        <p:spPr>
          <a:xfrm>
            <a:off x="10810727" y="74815"/>
            <a:ext cx="1241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3.4/5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92F6E-23CB-A46D-64D4-79008694F3B5}"/>
              </a:ext>
            </a:extLst>
          </p:cNvPr>
          <p:cNvSpPr txBox="1"/>
          <p:nvPr/>
        </p:nvSpPr>
        <p:spPr>
          <a:xfrm>
            <a:off x="955542" y="5754325"/>
            <a:ext cx="8595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loss.backward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                    # 3.4: BP computes gradients for both layers.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optimizer.step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                     # 3.5: Update weights and biases.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72CA0-71DA-2FE6-0AE0-65BC2CD21972}"/>
              </a:ext>
            </a:extLst>
          </p:cNvPr>
          <p:cNvSpPr txBox="1"/>
          <p:nvPr/>
        </p:nvSpPr>
        <p:spPr>
          <a:xfrm>
            <a:off x="5513397" y="3298863"/>
            <a:ext cx="1786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loss1 = </a:t>
            </a:r>
            <a:r>
              <a:rPr lang="en-US" dirty="0"/>
              <a:t>0.11337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C169DD-A0F2-1515-AF60-7D299243E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9" y="2398694"/>
            <a:ext cx="4971899" cy="20606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DA6706-AF90-74E6-E636-B145BE889ACB}"/>
              </a:ext>
            </a:extLst>
          </p:cNvPr>
          <p:cNvSpPr txBox="1"/>
          <p:nvPr/>
        </p:nvSpPr>
        <p:spPr>
          <a:xfrm>
            <a:off x="2043590" y="1726453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weights_1</a:t>
            </a:r>
            <a:r>
              <a:rPr lang="en-US" dirty="0"/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867584-96A6-11D2-C33B-4303B1F65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413" y="2398694"/>
            <a:ext cx="4971899" cy="20606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7E5471-8916-A299-B6D6-C06A79F22EAC}"/>
              </a:ext>
            </a:extLst>
          </p:cNvPr>
          <p:cNvSpPr txBox="1"/>
          <p:nvPr/>
        </p:nvSpPr>
        <p:spPr>
          <a:xfrm>
            <a:off x="8704303" y="1726453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weights_2</a:t>
            </a:r>
            <a:r>
              <a:rPr lang="en-US" dirty="0"/>
              <a:t>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708340F-9E29-1988-67D7-FD37E06A1299}"/>
              </a:ext>
            </a:extLst>
          </p:cNvPr>
          <p:cNvSpPr/>
          <p:nvPr/>
        </p:nvSpPr>
        <p:spPr>
          <a:xfrm>
            <a:off x="8053668" y="3882920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521D59F-A971-DE03-2D31-B23A6E283CF1}"/>
              </a:ext>
            </a:extLst>
          </p:cNvPr>
          <p:cNvSpPr/>
          <p:nvPr/>
        </p:nvSpPr>
        <p:spPr>
          <a:xfrm>
            <a:off x="8896157" y="3571074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B389EC2-6950-2B34-F452-7DDF59FE2B61}"/>
              </a:ext>
            </a:extLst>
          </p:cNvPr>
          <p:cNvSpPr/>
          <p:nvPr/>
        </p:nvSpPr>
        <p:spPr>
          <a:xfrm>
            <a:off x="8884364" y="2820800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B92CFF-7C46-78C8-DB7B-6AC635ADBAAF}"/>
              </a:ext>
            </a:extLst>
          </p:cNvPr>
          <p:cNvSpPr/>
          <p:nvPr/>
        </p:nvSpPr>
        <p:spPr>
          <a:xfrm>
            <a:off x="10479491" y="2890915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C4B347-DED6-4855-5F0D-4E5F39E0B2CB}"/>
              </a:ext>
            </a:extLst>
          </p:cNvPr>
          <p:cNvSpPr/>
          <p:nvPr/>
        </p:nvSpPr>
        <p:spPr>
          <a:xfrm>
            <a:off x="11328220" y="3867332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2297819-A784-A57F-11DE-F2CB6E4128EF}"/>
              </a:ext>
            </a:extLst>
          </p:cNvPr>
          <p:cNvSpPr/>
          <p:nvPr/>
        </p:nvSpPr>
        <p:spPr>
          <a:xfrm>
            <a:off x="10863955" y="3026330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682EC8-97C6-1C72-2037-FAACA5B6D7EA}"/>
              </a:ext>
            </a:extLst>
          </p:cNvPr>
          <p:cNvSpPr/>
          <p:nvPr/>
        </p:nvSpPr>
        <p:spPr>
          <a:xfrm>
            <a:off x="10730636" y="3742818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E1E9D73-99D7-D250-5C92-3022F6BF329C}"/>
              </a:ext>
            </a:extLst>
          </p:cNvPr>
          <p:cNvSpPr/>
          <p:nvPr/>
        </p:nvSpPr>
        <p:spPr>
          <a:xfrm>
            <a:off x="11328220" y="3434523"/>
            <a:ext cx="206508" cy="205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BB45D0E-8848-60D0-6676-CF286ECC8447}"/>
              </a:ext>
            </a:extLst>
          </p:cNvPr>
          <p:cNvSpPr/>
          <p:nvPr/>
        </p:nvSpPr>
        <p:spPr>
          <a:xfrm>
            <a:off x="6096000" y="1716075"/>
            <a:ext cx="421920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0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FE42BA-979A-3EE2-7DEC-33E28BD2E751}"/>
              </a:ext>
            </a:extLst>
          </p:cNvPr>
          <p:cNvSpPr txBox="1"/>
          <p:nvPr/>
        </p:nvSpPr>
        <p:spPr>
          <a:xfrm>
            <a:off x="5261716" y="284539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1D8546-F8AF-D8A5-D9BC-004CFBA8F91E}"/>
              </a:ext>
            </a:extLst>
          </p:cNvPr>
          <p:cNvCxnSpPr>
            <a:cxnSpLocks/>
          </p:cNvCxnSpPr>
          <p:nvPr/>
        </p:nvCxnSpPr>
        <p:spPr>
          <a:xfrm>
            <a:off x="4026716" y="3850547"/>
            <a:ext cx="419869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A520B5-4F45-9252-F745-78DEB90CF7BD}"/>
              </a:ext>
            </a:extLst>
          </p:cNvPr>
          <p:cNvSpPr txBox="1"/>
          <p:nvPr/>
        </p:nvSpPr>
        <p:spPr>
          <a:xfrm>
            <a:off x="4561515" y="4408415"/>
            <a:ext cx="3474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running and update weights</a:t>
            </a:r>
          </a:p>
        </p:txBody>
      </p:sp>
    </p:spTree>
    <p:extLst>
      <p:ext uri="{BB962C8B-B14F-4D97-AF65-F5344CB8AC3E}">
        <p14:creationId xmlns:p14="http://schemas.microsoft.com/office/powerpoint/2010/main" val="547604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562360-3A56-A8AA-AB2B-5C5BD87FE45E}"/>
              </a:ext>
            </a:extLst>
          </p:cNvPr>
          <p:cNvSpPr txBox="1"/>
          <p:nvPr/>
        </p:nvSpPr>
        <p:spPr>
          <a:xfrm>
            <a:off x="1578951" y="1589028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FAE78-60A9-607F-27D1-F6B048653F8B}"/>
              </a:ext>
            </a:extLst>
          </p:cNvPr>
          <p:cNvSpPr txBox="1"/>
          <p:nvPr/>
        </p:nvSpPr>
        <p:spPr>
          <a:xfrm>
            <a:off x="1578950" y="2081182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BB06F8-6860-CA80-FF45-564D7C3935DD}"/>
              </a:ext>
            </a:extLst>
          </p:cNvPr>
          <p:cNvSpPr txBox="1"/>
          <p:nvPr/>
        </p:nvSpPr>
        <p:spPr>
          <a:xfrm>
            <a:off x="1578949" y="2573336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7F213-AA99-A5A8-5926-6E4F2CE3397A}"/>
              </a:ext>
            </a:extLst>
          </p:cNvPr>
          <p:cNvSpPr txBox="1"/>
          <p:nvPr/>
        </p:nvSpPr>
        <p:spPr>
          <a:xfrm>
            <a:off x="1578948" y="4953013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Epoch 1 – data 18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B16F17-EADB-63AE-4852-AEBE9506F055}"/>
              </a:ext>
            </a:extLst>
          </p:cNvPr>
          <p:cNvCxnSpPr/>
          <p:nvPr/>
        </p:nvCxnSpPr>
        <p:spPr>
          <a:xfrm>
            <a:off x="2504746" y="3271707"/>
            <a:ext cx="0" cy="1367406"/>
          </a:xfrm>
          <a:prstGeom prst="line">
            <a:avLst/>
          </a:prstGeom>
          <a:ln w="762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7C40A3-3CC4-ED72-C3E5-8F2609A00C31}"/>
              </a:ext>
            </a:extLst>
          </p:cNvPr>
          <p:cNvSpPr txBox="1"/>
          <p:nvPr/>
        </p:nvSpPr>
        <p:spPr>
          <a:xfrm>
            <a:off x="292940" y="415751"/>
            <a:ext cx="198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weights_0</a:t>
            </a:r>
            <a:r>
              <a:rPr lang="en-US" dirty="0"/>
              <a:t>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739A32-07C7-ABA5-7FB7-3A120F7C481E}"/>
              </a:ext>
            </a:extLst>
          </p:cNvPr>
          <p:cNvSpPr/>
          <p:nvPr/>
        </p:nvSpPr>
        <p:spPr>
          <a:xfrm rot="2003396">
            <a:off x="1293353" y="1021120"/>
            <a:ext cx="539690" cy="452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98520B-12BB-8E8A-6366-6973392BF97F}"/>
              </a:ext>
            </a:extLst>
          </p:cNvPr>
          <p:cNvSpPr txBox="1"/>
          <p:nvPr/>
        </p:nvSpPr>
        <p:spPr>
          <a:xfrm>
            <a:off x="4524885" y="1548481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0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B9742B-08F2-2FF2-7885-859721B94D08}"/>
              </a:ext>
            </a:extLst>
          </p:cNvPr>
          <p:cNvSpPr txBox="1"/>
          <p:nvPr/>
        </p:nvSpPr>
        <p:spPr>
          <a:xfrm>
            <a:off x="4524884" y="2040635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1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B5F014-1987-D8DB-727D-D73BB95758C5}"/>
              </a:ext>
            </a:extLst>
          </p:cNvPr>
          <p:cNvSpPr txBox="1"/>
          <p:nvPr/>
        </p:nvSpPr>
        <p:spPr>
          <a:xfrm>
            <a:off x="4524883" y="2532789"/>
            <a:ext cx="185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2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E76B60-99A4-B092-7709-0B3DF277E59D}"/>
              </a:ext>
            </a:extLst>
          </p:cNvPr>
          <p:cNvSpPr txBox="1"/>
          <p:nvPr/>
        </p:nvSpPr>
        <p:spPr>
          <a:xfrm>
            <a:off x="4524882" y="4912466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2 – data 18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F965C0-33DA-9DDB-9E57-0EB618AE7E6D}"/>
              </a:ext>
            </a:extLst>
          </p:cNvPr>
          <p:cNvCxnSpPr/>
          <p:nvPr/>
        </p:nvCxnSpPr>
        <p:spPr>
          <a:xfrm>
            <a:off x="5450680" y="3231160"/>
            <a:ext cx="0" cy="1367406"/>
          </a:xfrm>
          <a:prstGeom prst="line">
            <a:avLst/>
          </a:prstGeom>
          <a:ln w="762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BCE573-17C4-E594-BD7B-9BC95CB924C6}"/>
              </a:ext>
            </a:extLst>
          </p:cNvPr>
          <p:cNvCxnSpPr>
            <a:cxnSpLocks/>
          </p:cNvCxnSpPr>
          <p:nvPr/>
        </p:nvCxnSpPr>
        <p:spPr>
          <a:xfrm>
            <a:off x="6950279" y="3675777"/>
            <a:ext cx="750815" cy="0"/>
          </a:xfrm>
          <a:prstGeom prst="line">
            <a:avLst/>
          </a:prstGeom>
          <a:ln w="762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5B8497D-5BCF-C3B0-9D53-EB5568738537}"/>
              </a:ext>
            </a:extLst>
          </p:cNvPr>
          <p:cNvSpPr txBox="1"/>
          <p:nvPr/>
        </p:nvSpPr>
        <p:spPr>
          <a:xfrm>
            <a:off x="8146132" y="1495350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50 – data 0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5C88E2-3364-E98E-B55F-CEDE5A7A1961}"/>
              </a:ext>
            </a:extLst>
          </p:cNvPr>
          <p:cNvSpPr txBox="1"/>
          <p:nvPr/>
        </p:nvSpPr>
        <p:spPr>
          <a:xfrm>
            <a:off x="8146131" y="1987504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50 – data 1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068FAB-3826-9490-1FBB-0158950BC785}"/>
              </a:ext>
            </a:extLst>
          </p:cNvPr>
          <p:cNvSpPr txBox="1"/>
          <p:nvPr/>
        </p:nvSpPr>
        <p:spPr>
          <a:xfrm>
            <a:off x="8146130" y="2479658"/>
            <a:ext cx="197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50 – data 2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126B77-36E5-E188-471C-C76F73A8BBC8}"/>
              </a:ext>
            </a:extLst>
          </p:cNvPr>
          <p:cNvSpPr txBox="1"/>
          <p:nvPr/>
        </p:nvSpPr>
        <p:spPr>
          <a:xfrm>
            <a:off x="8146129" y="4859335"/>
            <a:ext cx="209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Epoch 50 – data 18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E16227-0CC3-365A-115C-8BEA0D9A48AE}"/>
              </a:ext>
            </a:extLst>
          </p:cNvPr>
          <p:cNvCxnSpPr/>
          <p:nvPr/>
        </p:nvCxnSpPr>
        <p:spPr>
          <a:xfrm>
            <a:off x="9071927" y="3178029"/>
            <a:ext cx="0" cy="1367406"/>
          </a:xfrm>
          <a:prstGeom prst="line">
            <a:avLst/>
          </a:prstGeom>
          <a:ln w="762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1F2BA8-2C2B-8B60-1347-B6323F0AE3EF}"/>
              </a:ext>
            </a:extLst>
          </p:cNvPr>
          <p:cNvSpPr txBox="1"/>
          <p:nvPr/>
        </p:nvSpPr>
        <p:spPr>
          <a:xfrm>
            <a:off x="9690008" y="5903339"/>
            <a:ext cx="2351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(</a:t>
            </a:r>
            <a:r>
              <a:rPr lang="en-US" dirty="0">
                <a:solidFill>
                  <a:srgbClr val="FF0000"/>
                </a:solidFill>
              </a:rPr>
              <a:t>weights_1200</a:t>
            </a:r>
            <a:r>
              <a:rPr lang="en-US" dirty="0"/>
              <a:t>)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81BD95FC-2027-E3F9-A889-315B998B82E1}"/>
              </a:ext>
            </a:extLst>
          </p:cNvPr>
          <p:cNvSpPr/>
          <p:nvPr/>
        </p:nvSpPr>
        <p:spPr>
          <a:xfrm rot="2003396">
            <a:off x="9943802" y="5339843"/>
            <a:ext cx="539690" cy="452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18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ECBF-1242-6C7A-A1C5-3B8B1C2A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049EDC-FBC9-AD31-EA63-D41343B0BC96}"/>
              </a:ext>
            </a:extLst>
          </p:cNvPr>
          <p:cNvSpPr txBox="1"/>
          <p:nvPr/>
        </p:nvSpPr>
        <p:spPr>
          <a:xfrm>
            <a:off x="3201799" y="730290"/>
            <a:ext cx="598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ideal target is reducing loss and increase 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6D918-CA3B-FF5A-5B3A-EADC2B1E6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55" y="1826004"/>
            <a:ext cx="952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69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e110f8-2e0f-4d45-891d-bcf2218e253d}" enabled="0" method="" siteId="{5de110f8-2e0f-4d45-891d-bcf2218e25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743</Words>
  <Application>Microsoft Office PowerPoint</Application>
  <PresentationFormat>Widescreen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JetBrains Mono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Zhang</dc:creator>
  <cp:lastModifiedBy>Jacky Zhang</cp:lastModifiedBy>
  <cp:revision>9</cp:revision>
  <dcterms:created xsi:type="dcterms:W3CDTF">2026-10-19T03:01:12Z</dcterms:created>
  <dcterms:modified xsi:type="dcterms:W3CDTF">2026-10-19T17:07:28Z</dcterms:modified>
</cp:coreProperties>
</file>
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9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E87E4D-73C3-4BE2-3D3A-036A6A28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90" y="1034084"/>
            <a:ext cx="2546988" cy="2705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99DA15-58E1-A4C1-73BE-71CEEA0B7A2B}"/>
              </a:ext>
            </a:extLst>
          </p:cNvPr>
          <p:cNvSpPr txBox="1"/>
          <p:nvPr/>
        </p:nvSpPr>
        <p:spPr>
          <a:xfrm>
            <a:off x="2555535" y="4534250"/>
            <a:ext cx="308098" cy="369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5396B-1D8C-D0C6-B8F5-2A8BFF161B23}"/>
              </a:ext>
            </a:extLst>
          </p:cNvPr>
          <p:cNvSpPr txBox="1"/>
          <p:nvPr/>
        </p:nvSpPr>
        <p:spPr>
          <a:xfrm>
            <a:off x="482367" y="220211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 =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41402-69E2-54B6-8108-F48A3BEB04C8}"/>
              </a:ext>
            </a:extLst>
          </p:cNvPr>
          <p:cNvSpPr txBox="1"/>
          <p:nvPr/>
        </p:nvSpPr>
        <p:spPr>
          <a:xfrm>
            <a:off x="482367" y="4534250"/>
            <a:ext cx="95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Label = </a:t>
            </a:r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8543494-F722-38D0-9392-6013C83C3BC3}"/>
              </a:ext>
            </a:extLst>
          </p:cNvPr>
          <p:cNvSpPr/>
          <p:nvPr/>
        </p:nvSpPr>
        <p:spPr>
          <a:xfrm>
            <a:off x="4957893" y="3353540"/>
            <a:ext cx="1187042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4E7468-2839-7B1D-45F2-67B8AFB57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190451"/>
              </p:ext>
            </p:extLst>
          </p:nvPr>
        </p:nvGraphicFramePr>
        <p:xfrm>
          <a:off x="7646563" y="1034084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335515905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1906202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4817269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52801335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02055751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9225468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627809229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187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98305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34197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4300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4113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016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05F234A-8553-27E9-10E4-DD91DE4DB884}"/>
              </a:ext>
            </a:extLst>
          </p:cNvPr>
          <p:cNvSpPr txBox="1"/>
          <p:nvPr/>
        </p:nvSpPr>
        <p:spPr>
          <a:xfrm>
            <a:off x="8783274" y="59561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8FC6-FE02-3537-BCFD-4E8F8A94F9E1}"/>
              </a:ext>
            </a:extLst>
          </p:cNvPr>
          <p:cNvSpPr txBox="1"/>
          <p:nvPr/>
        </p:nvSpPr>
        <p:spPr>
          <a:xfrm>
            <a:off x="7102680" y="196968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86A0043-8F2B-B338-A342-F40EC5EF8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04446"/>
              </p:ext>
            </p:extLst>
          </p:nvPr>
        </p:nvGraphicFramePr>
        <p:xfrm>
          <a:off x="7646568" y="4289182"/>
          <a:ext cx="2546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562870447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506298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8EA332-259B-DBE4-833E-EC21D8A47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22752"/>
              </p:ext>
            </p:extLst>
          </p:nvPr>
        </p:nvGraphicFramePr>
        <p:xfrm>
          <a:off x="7646568" y="4836254"/>
          <a:ext cx="2546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562870447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506298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A7A8BFF-98F6-3558-DFE6-3FCE688D909E}"/>
              </a:ext>
            </a:extLst>
          </p:cNvPr>
          <p:cNvSpPr txBox="1"/>
          <p:nvPr/>
        </p:nvSpPr>
        <p:spPr>
          <a:xfrm>
            <a:off x="8783279" y="387280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508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6481-AE68-417F-177E-BC85F75D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778548"/>
              </p:ext>
            </p:extLst>
          </p:nvPr>
        </p:nvGraphicFramePr>
        <p:xfrm>
          <a:off x="1071691" y="2099485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335515905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1906202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94817269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528013354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02055751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9225468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627809229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255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187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98305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34197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4300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4113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255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2016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3D6387-B11F-FADC-0D49-3D6A74B67A1B}"/>
              </a:ext>
            </a:extLst>
          </p:cNvPr>
          <p:cNvSpPr txBox="1"/>
          <p:nvPr/>
        </p:nvSpPr>
        <p:spPr>
          <a:xfrm>
            <a:off x="2208402" y="16610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EB81A-21B9-0073-8EEF-CAAE13E2A992}"/>
              </a:ext>
            </a:extLst>
          </p:cNvPr>
          <p:cNvSpPr txBox="1"/>
          <p:nvPr/>
        </p:nvSpPr>
        <p:spPr>
          <a:xfrm>
            <a:off x="527808" y="30350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42380F3-A4B2-A27C-0C77-03767EA97844}"/>
              </a:ext>
            </a:extLst>
          </p:cNvPr>
          <p:cNvSpPr/>
          <p:nvPr/>
        </p:nvSpPr>
        <p:spPr>
          <a:xfrm>
            <a:off x="4263817" y="3014329"/>
            <a:ext cx="1187042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090972-3B3D-CF12-F893-6D20FD83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24470"/>
              </p:ext>
            </p:extLst>
          </p:nvPr>
        </p:nvGraphicFramePr>
        <p:xfrm>
          <a:off x="6096000" y="2089107"/>
          <a:ext cx="2546985" cy="22405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277450514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81448051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51027389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156697858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531248480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140315681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3849597027"/>
                    </a:ext>
                  </a:extLst>
                </a:gridCol>
              </a:tblGrid>
              <a:tr h="373422"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487428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98961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95143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954600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391389"/>
                  </a:ext>
                </a:extLst>
              </a:tr>
              <a:tr h="373422"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lang="en-US" sz="9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4353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D1B5336F-9D2C-1D4F-0103-2619C63E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032" y="3518796"/>
            <a:ext cx="1504612" cy="810843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B6F8D832-36CF-7F2F-6B4A-7173FA215198}"/>
              </a:ext>
            </a:extLst>
          </p:cNvPr>
          <p:cNvSpPr/>
          <p:nvPr/>
        </p:nvSpPr>
        <p:spPr>
          <a:xfrm>
            <a:off x="9084690" y="3014329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2B71D84-3C5D-DE67-40FF-1EE2693E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925"/>
              </p:ext>
            </p:extLst>
          </p:nvPr>
        </p:nvGraphicFramePr>
        <p:xfrm>
          <a:off x="9894818" y="3058160"/>
          <a:ext cx="20375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29895B5-75C9-5B39-BE36-48BEE5E9E5AB}"/>
              </a:ext>
            </a:extLst>
          </p:cNvPr>
          <p:cNvSpPr txBox="1"/>
          <p:nvPr/>
        </p:nvSpPr>
        <p:spPr>
          <a:xfrm>
            <a:off x="10121566" y="3554885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x 64 = 4096</a:t>
            </a:r>
          </a:p>
        </p:txBody>
      </p:sp>
    </p:spTree>
    <p:extLst>
      <p:ext uri="{BB962C8B-B14F-4D97-AF65-F5344CB8AC3E}">
        <p14:creationId xmlns:p14="http://schemas.microsoft.com/office/powerpoint/2010/main" val="426366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A113D0-8950-E008-4459-528A01717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56" y="1768310"/>
            <a:ext cx="6661985" cy="276107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2263E11-B20C-B62C-9C2D-4F7602C2EF4B}"/>
              </a:ext>
            </a:extLst>
          </p:cNvPr>
          <p:cNvSpPr/>
          <p:nvPr/>
        </p:nvSpPr>
        <p:spPr>
          <a:xfrm>
            <a:off x="561476" y="493437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B5E8DF-AFEC-DBDE-39FE-B2FFCB16F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567256"/>
              </p:ext>
            </p:extLst>
          </p:nvPr>
        </p:nvGraphicFramePr>
        <p:xfrm>
          <a:off x="1371604" y="537268"/>
          <a:ext cx="20375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8077E8A-7EF6-7E15-59F8-2024B76139A8}"/>
              </a:ext>
            </a:extLst>
          </p:cNvPr>
          <p:cNvSpPr txBox="1"/>
          <p:nvPr/>
        </p:nvSpPr>
        <p:spPr>
          <a:xfrm>
            <a:off x="1598352" y="1033993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x 64 = 4096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BAA89F1-C754-125B-EE0D-90A064ECD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750786"/>
              </p:ext>
            </p:extLst>
          </p:nvPr>
        </p:nvGraphicFramePr>
        <p:xfrm>
          <a:off x="8099574" y="593831"/>
          <a:ext cx="2546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562870447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506298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8480D10-0887-154B-F78A-EA2EE334D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473222"/>
              </p:ext>
            </p:extLst>
          </p:nvPr>
        </p:nvGraphicFramePr>
        <p:xfrm>
          <a:off x="8099574" y="1140903"/>
          <a:ext cx="2546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98">
                  <a:extLst>
                    <a:ext uri="{9D8B030D-6E8A-4147-A177-3AD203B41FA5}">
                      <a16:colId xmlns:a16="http://schemas.microsoft.com/office/drawing/2014/main" val="11145885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901098190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275091510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73345375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26295554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46689059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120461769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4206429423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3562870447"/>
                    </a:ext>
                  </a:extLst>
                </a:gridCol>
                <a:gridCol w="254698">
                  <a:extLst>
                    <a:ext uri="{9D8B030D-6E8A-4147-A177-3AD203B41FA5}">
                      <a16:colId xmlns:a16="http://schemas.microsoft.com/office/drawing/2014/main" val="1506298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83163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E145557-EAFE-DED3-2011-6D14ECF59BC8}"/>
              </a:ext>
            </a:extLst>
          </p:cNvPr>
          <p:cNvSpPr txBox="1"/>
          <p:nvPr/>
        </p:nvSpPr>
        <p:spPr>
          <a:xfrm>
            <a:off x="9236285" y="1774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CB1850-4578-E81C-3C8B-AF0F49958AD0}"/>
              </a:ext>
            </a:extLst>
          </p:cNvPr>
          <p:cNvSpPr txBox="1"/>
          <p:nvPr/>
        </p:nvSpPr>
        <p:spPr>
          <a:xfrm>
            <a:off x="4533444" y="5685588"/>
            <a:ext cx="3125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 = 4096 + 32 + 10 = </a:t>
            </a:r>
            <a:r>
              <a:rPr lang="en-US" dirty="0">
                <a:highlight>
                  <a:srgbClr val="FFFF00"/>
                </a:highlight>
              </a:rPr>
              <a:t>4138</a:t>
            </a:r>
          </a:p>
          <a:p>
            <a:pPr algn="ctr"/>
            <a:r>
              <a:rPr lang="en-US" dirty="0"/>
              <a:t>Weights totally has </a:t>
            </a:r>
            <a:r>
              <a:rPr lang="en-US" b="1" dirty="0">
                <a:solidFill>
                  <a:srgbClr val="FF0000"/>
                </a:solidFill>
              </a:rPr>
              <a:t>131,434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F988CD-80AD-6386-4325-8B865693FE63}"/>
              </a:ext>
            </a:extLst>
          </p:cNvPr>
          <p:cNvSpPr txBox="1"/>
          <p:nvPr/>
        </p:nvSpPr>
        <p:spPr>
          <a:xfrm>
            <a:off x="3220360" y="4827864"/>
            <a:ext cx="5854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x1 * w1_31 + x2 * w2_31 + … + x4096 * w4096_31 + b31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3D12C-8B32-6DA6-09E6-D8DB31090B7F}"/>
              </a:ext>
            </a:extLst>
          </p:cNvPr>
          <p:cNvSpPr txBox="1"/>
          <p:nvPr/>
        </p:nvSpPr>
        <p:spPr>
          <a:xfrm>
            <a:off x="1458797" y="28564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BC53D9A-2AE4-CD57-55E0-10F62EF6FF11}"/>
              </a:ext>
            </a:extLst>
          </p:cNvPr>
          <p:cNvSpPr/>
          <p:nvPr/>
        </p:nvSpPr>
        <p:spPr>
          <a:xfrm>
            <a:off x="1928156" y="2846074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ED1DD-FC66-2D8E-C896-FD7DC28D0624}"/>
              </a:ext>
            </a:extLst>
          </p:cNvPr>
          <p:cNvSpPr txBox="1"/>
          <p:nvPr/>
        </p:nvSpPr>
        <p:spPr>
          <a:xfrm>
            <a:off x="10333648" y="297563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23932B26-5CFE-58B1-8E51-DB0FC713BBE2}"/>
              </a:ext>
            </a:extLst>
          </p:cNvPr>
          <p:cNvSpPr/>
          <p:nvPr/>
        </p:nvSpPr>
        <p:spPr>
          <a:xfrm>
            <a:off x="9628051" y="2953801"/>
            <a:ext cx="612983" cy="3900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D3606A-9074-C81B-D830-64794547D930}"/>
              </a:ext>
            </a:extLst>
          </p:cNvPr>
          <p:cNvCxnSpPr/>
          <p:nvPr/>
        </p:nvCxnSpPr>
        <p:spPr>
          <a:xfrm flipV="1">
            <a:off x="5176007" y="3993160"/>
            <a:ext cx="919992" cy="834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617EDFE-FD7C-C8AE-D929-55CE33B9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07" y="230996"/>
            <a:ext cx="929837" cy="987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79D162C-5D8F-7592-8BD5-8FA4E106F77B}"/>
              </a:ext>
            </a:extLst>
          </p:cNvPr>
          <p:cNvSpPr txBox="1"/>
          <p:nvPr/>
        </p:nvSpPr>
        <p:spPr>
          <a:xfrm>
            <a:off x="11070361" y="595339"/>
            <a:ext cx="308098" cy="36933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895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236</Words>
  <Application>Microsoft Office PowerPoint</Application>
  <PresentationFormat>Widescreen</PresentationFormat>
  <Paragraphs>199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1</cp:revision>
  <dcterms:created xsi:type="dcterms:W3CDTF">2026-10-19T03:01:12Z</dcterms:created>
  <dcterms:modified xsi:type="dcterms:W3CDTF">2026-10-19T03:38:48Z</dcterms:modified>
</cp:coreProperties>
</file>
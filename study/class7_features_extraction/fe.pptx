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29229-5267-4DE9-A1A5-DCD0D870BA73}" v="13" dt="2026-10-19T03:32:41.9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y Zhang" userId="f228b115-2c85-4ee8-9eb3-79fdcf4c6855" providerId="ADAL" clId="{6F5C4D4A-E967-421F-BCE5-F87453D7071D}"/>
    <pc:docChg chg="undo custSel addSld modSld">
      <pc:chgData name="Jacky Zhang" userId="f228b115-2c85-4ee8-9eb3-79fdcf4c6855" providerId="ADAL" clId="{6F5C4D4A-E967-421F-BCE5-F87453D7071D}" dt="2026-10-19T03:38:39.572" v="390" actId="1076"/>
      <pc:docMkLst>
        <pc:docMk/>
      </pc:docMkLst>
      <pc:sldChg chg="addSp modSp mod">
        <pc:chgData name="Jacky Zhang" userId="f228b115-2c85-4ee8-9eb3-79fdcf4c6855" providerId="ADAL" clId="{6F5C4D4A-E967-421F-BCE5-F87453D7071D}" dt="2026-10-19T03:09:07.412" v="95" actId="1076"/>
        <pc:sldMkLst>
          <pc:docMk/>
          <pc:sldMk cId="2005087531" sldId="256"/>
        </pc:sldMkLst>
        <pc:spChg chg="mod">
          <ac:chgData name="Jacky Zhang" userId="f228b115-2c85-4ee8-9eb3-79fdcf4c6855" providerId="ADAL" clId="{6F5C4D4A-E967-421F-BCE5-F87453D7071D}" dt="2026-10-19T03:03:40.884" v="4" actId="1076"/>
          <ac:spMkLst>
            <pc:docMk/>
            <pc:sldMk cId="2005087531" sldId="256"/>
            <ac:spMk id="6" creationId="{5699DA15-58E1-A4C1-73BE-71CEEA0B7A2B}"/>
          </ac:spMkLst>
        </pc:spChg>
        <pc:spChg chg="mod">
          <ac:chgData name="Jacky Zhang" userId="f228b115-2c85-4ee8-9eb3-79fdcf4c6855" providerId="ADAL" clId="{6F5C4D4A-E967-421F-BCE5-F87453D7071D}" dt="2026-10-19T03:03:43.088" v="5" actId="1076"/>
          <ac:spMkLst>
            <pc:docMk/>
            <pc:sldMk cId="2005087531" sldId="256"/>
            <ac:spMk id="10" creationId="{48543494-F722-38D0-9392-6013C83C3BC3}"/>
          </ac:spMkLst>
        </pc:spChg>
        <pc:spChg chg="add mod">
          <ac:chgData name="Jacky Zhang" userId="f228b115-2c85-4ee8-9eb3-79fdcf4c6855" providerId="ADAL" clId="{6F5C4D4A-E967-421F-BCE5-F87453D7071D}" dt="2026-10-19T03:04:19.980" v="16" actId="1076"/>
          <ac:spMkLst>
            <pc:docMk/>
            <pc:sldMk cId="2005087531" sldId="256"/>
            <ac:spMk id="12" creationId="{005F234A-8553-27E9-10E4-DD91DE4DB884}"/>
          </ac:spMkLst>
        </pc:spChg>
        <pc:spChg chg="add mod">
          <ac:chgData name="Jacky Zhang" userId="f228b115-2c85-4ee8-9eb3-79fdcf4c6855" providerId="ADAL" clId="{6F5C4D4A-E967-421F-BCE5-F87453D7071D}" dt="2026-10-19T03:04:24.855" v="18" actId="1076"/>
          <ac:spMkLst>
            <pc:docMk/>
            <pc:sldMk cId="2005087531" sldId="256"/>
            <ac:spMk id="14" creationId="{5BF18FC6-FE02-3537-BCFD-4E8F8A94F9E1}"/>
          </ac:spMkLst>
        </pc:spChg>
        <pc:spChg chg="add mod">
          <ac:chgData name="Jacky Zhang" userId="f228b115-2c85-4ee8-9eb3-79fdcf4c6855" providerId="ADAL" clId="{6F5C4D4A-E967-421F-BCE5-F87453D7071D}" dt="2026-10-19T03:09:07.412" v="95" actId="1076"/>
          <ac:spMkLst>
            <pc:docMk/>
            <pc:sldMk cId="2005087531" sldId="256"/>
            <ac:spMk id="19" creationId="{6A7A8BFF-98F6-3558-DFE6-3FCE688D909E}"/>
          </ac:spMkLst>
        </pc:spChg>
        <pc:graphicFrameChg chg="add mod modGraphic">
          <ac:chgData name="Jacky Zhang" userId="f228b115-2c85-4ee8-9eb3-79fdcf4c6855" providerId="ADAL" clId="{6F5C4D4A-E967-421F-BCE5-F87453D7071D}" dt="2026-10-19T03:06:41.040" v="54" actId="207"/>
          <ac:graphicFrameMkLst>
            <pc:docMk/>
            <pc:sldMk cId="2005087531" sldId="256"/>
            <ac:graphicFrameMk id="11" creationId="{5F4E7468-2839-7B1D-45F2-67B8AFB57660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09:07.412" v="95" actId="1076"/>
          <ac:graphicFrameMkLst>
            <pc:docMk/>
            <pc:sldMk cId="2005087531" sldId="256"/>
            <ac:graphicFrameMk id="15" creationId="{986A0043-8F2B-B338-A342-F40EC5EF843A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09:07.412" v="95" actId="1076"/>
          <ac:graphicFrameMkLst>
            <pc:docMk/>
            <pc:sldMk cId="2005087531" sldId="256"/>
            <ac:graphicFrameMk id="17" creationId="{AA8EA332-259B-DBE4-833E-EC21D8A47ADC}"/>
          </ac:graphicFrameMkLst>
        </pc:graphicFrameChg>
        <pc:picChg chg="mod">
          <ac:chgData name="Jacky Zhang" userId="f228b115-2c85-4ee8-9eb3-79fdcf4c6855" providerId="ADAL" clId="{6F5C4D4A-E967-421F-BCE5-F87453D7071D}" dt="2026-10-19T03:03:37.973" v="3" actId="1076"/>
          <ac:picMkLst>
            <pc:docMk/>
            <pc:sldMk cId="2005087531" sldId="256"/>
            <ac:picMk id="5" creationId="{9BE87E4D-73C3-4BE2-3D3A-036A6A2811B3}"/>
          </ac:picMkLst>
        </pc:picChg>
      </pc:sldChg>
      <pc:sldChg chg="addSp delSp modSp new mod">
        <pc:chgData name="Jacky Zhang" userId="f228b115-2c85-4ee8-9eb3-79fdcf4c6855" providerId="ADAL" clId="{6F5C4D4A-E967-421F-BCE5-F87453D7071D}" dt="2026-10-19T03:33:18.174" v="296" actId="20577"/>
        <pc:sldMkLst>
          <pc:docMk/>
          <pc:sldMk cId="4263667116" sldId="257"/>
        </pc:sldMkLst>
        <pc:spChg chg="del">
          <ac:chgData name="Jacky Zhang" userId="f228b115-2c85-4ee8-9eb3-79fdcf4c6855" providerId="ADAL" clId="{6F5C4D4A-E967-421F-BCE5-F87453D7071D}" dt="2026-10-19T03:09:15.025" v="97" actId="478"/>
          <ac:spMkLst>
            <pc:docMk/>
            <pc:sldMk cId="4263667116" sldId="257"/>
            <ac:spMk id="2" creationId="{B9B481A2-F50E-975F-31CC-32CF9BBFEB82}"/>
          </ac:spMkLst>
        </pc:spChg>
        <pc:spChg chg="del">
          <ac:chgData name="Jacky Zhang" userId="f228b115-2c85-4ee8-9eb3-79fdcf4c6855" providerId="ADAL" clId="{6F5C4D4A-E967-421F-BCE5-F87453D7071D}" dt="2026-10-19T03:09:15.025" v="97" actId="478"/>
          <ac:spMkLst>
            <pc:docMk/>
            <pc:sldMk cId="4263667116" sldId="257"/>
            <ac:spMk id="3" creationId="{10FD3B0E-70D2-9C3D-064E-1741C986A91A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7" creationId="{283D6387-B11F-FADC-0D49-3D6A74B67A1B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9" creationId="{6EDEB81A-21B9-0073-8EEF-CAAE13E2A992}"/>
          </ac:spMkLst>
        </pc:spChg>
        <pc:spChg chg="add mod">
          <ac:chgData name="Jacky Zhang" userId="f228b115-2c85-4ee8-9eb3-79fdcf4c6855" providerId="ADAL" clId="{6F5C4D4A-E967-421F-BCE5-F87453D7071D}" dt="2026-10-19T03:11:23.673" v="144" actId="1076"/>
          <ac:spMkLst>
            <pc:docMk/>
            <pc:sldMk cId="4263667116" sldId="257"/>
            <ac:spMk id="11" creationId="{A42380F3-A4B2-A27C-0C77-03767EA97844}"/>
          </ac:spMkLst>
        </pc:spChg>
        <pc:spChg chg="add mod">
          <ac:chgData name="Jacky Zhang" userId="f228b115-2c85-4ee8-9eb3-79fdcf4c6855" providerId="ADAL" clId="{6F5C4D4A-E967-421F-BCE5-F87453D7071D}" dt="2026-10-19T03:11:31.752" v="147" actId="14100"/>
          <ac:spMkLst>
            <pc:docMk/>
            <pc:sldMk cId="4263667116" sldId="257"/>
            <ac:spMk id="16" creationId="{B6F8D832-36CF-7F2F-6B4A-7173FA215198}"/>
          </ac:spMkLst>
        </pc:spChg>
        <pc:spChg chg="add mod">
          <ac:chgData name="Jacky Zhang" userId="f228b115-2c85-4ee8-9eb3-79fdcf4c6855" providerId="ADAL" clId="{6F5C4D4A-E967-421F-BCE5-F87453D7071D}" dt="2026-10-19T03:19:49.675" v="170" actId="1076"/>
          <ac:spMkLst>
            <pc:docMk/>
            <pc:sldMk cId="4263667116" sldId="257"/>
            <ac:spMk id="20" creationId="{E29895B5-75C9-5B39-BE36-48BEE5E9E5AB}"/>
          </ac:spMkLst>
        </pc:spChg>
        <pc:graphicFrameChg chg="add mod">
          <ac:chgData name="Jacky Zhang" userId="f228b115-2c85-4ee8-9eb3-79fdcf4c6855" providerId="ADAL" clId="{6F5C4D4A-E967-421F-BCE5-F87453D7071D}" dt="2026-10-19T03:11:23.673" v="144" actId="1076"/>
          <ac:graphicFrameMkLst>
            <pc:docMk/>
            <pc:sldMk cId="4263667116" sldId="257"/>
            <ac:graphicFrameMk id="5" creationId="{43A96481-AE68-417F-177E-BC85F75DDC91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11:23.673" v="144" actId="1076"/>
          <ac:graphicFrameMkLst>
            <pc:docMk/>
            <pc:sldMk cId="4263667116" sldId="257"/>
            <ac:graphicFrameMk id="12" creationId="{F7090972-3B3D-CF12-F893-6D20FD83C95E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33:18.174" v="296" actId="20577"/>
          <ac:graphicFrameMkLst>
            <pc:docMk/>
            <pc:sldMk cId="4263667116" sldId="257"/>
            <ac:graphicFrameMk id="18" creationId="{42B71D84-3C5D-DE67-40FF-1EE2693ED48C}"/>
          </ac:graphicFrameMkLst>
        </pc:graphicFrameChg>
        <pc:picChg chg="add mod">
          <ac:chgData name="Jacky Zhang" userId="f228b115-2c85-4ee8-9eb3-79fdcf4c6855" providerId="ADAL" clId="{6F5C4D4A-E967-421F-BCE5-F87453D7071D}" dt="2026-10-19T03:11:23.673" v="144" actId="1076"/>
          <ac:picMkLst>
            <pc:docMk/>
            <pc:sldMk cId="4263667116" sldId="257"/>
            <ac:picMk id="14" creationId="{D1B5336F-9D2C-1D4F-0103-2619C63EE17D}"/>
          </ac:picMkLst>
        </pc:picChg>
      </pc:sldChg>
      <pc:sldChg chg="addSp delSp modSp new mod">
        <pc:chgData name="Jacky Zhang" userId="f228b115-2c85-4ee8-9eb3-79fdcf4c6855" providerId="ADAL" clId="{6F5C4D4A-E967-421F-BCE5-F87453D7071D}" dt="2026-10-19T03:38:39.572" v="390" actId="1076"/>
        <pc:sldMkLst>
          <pc:docMk/>
          <pc:sldMk cId="2268951450" sldId="258"/>
        </pc:sldMkLst>
        <pc:spChg chg="del">
          <ac:chgData name="Jacky Zhang" userId="f228b115-2c85-4ee8-9eb3-79fdcf4c6855" providerId="ADAL" clId="{6F5C4D4A-E967-421F-BCE5-F87453D7071D}" dt="2026-10-19T03:26:04.482" v="172" actId="478"/>
          <ac:spMkLst>
            <pc:docMk/>
            <pc:sldMk cId="2268951450" sldId="258"/>
            <ac:spMk id="2" creationId="{77A0C3CE-206B-7E05-DD41-A03096F1795A}"/>
          </ac:spMkLst>
        </pc:spChg>
        <pc:spChg chg="del">
          <ac:chgData name="Jacky Zhang" userId="f228b115-2c85-4ee8-9eb3-79fdcf4c6855" providerId="ADAL" clId="{6F5C4D4A-E967-421F-BCE5-F87453D7071D}" dt="2026-10-19T03:26:04.482" v="172" actId="478"/>
          <ac:spMkLst>
            <pc:docMk/>
            <pc:sldMk cId="2268951450" sldId="258"/>
            <ac:spMk id="3" creationId="{F746027F-B9A7-2B94-7863-D1F43E41D08A}"/>
          </ac:spMkLst>
        </pc:spChg>
        <pc:spChg chg="add mod">
          <ac:chgData name="Jacky Zhang" userId="f228b115-2c85-4ee8-9eb3-79fdcf4c6855" providerId="ADAL" clId="{6F5C4D4A-E967-421F-BCE5-F87453D7071D}" dt="2026-10-19T03:27:01.416" v="180" actId="1076"/>
          <ac:spMkLst>
            <pc:docMk/>
            <pc:sldMk cId="2268951450" sldId="258"/>
            <ac:spMk id="8" creationId="{E2263E11-B20C-B62C-9C2D-4F7602C2EF4B}"/>
          </ac:spMkLst>
        </pc:spChg>
        <pc:spChg chg="add mod">
          <ac:chgData name="Jacky Zhang" userId="f228b115-2c85-4ee8-9eb3-79fdcf4c6855" providerId="ADAL" clId="{6F5C4D4A-E967-421F-BCE5-F87453D7071D}" dt="2026-10-19T03:27:01.416" v="180" actId="1076"/>
          <ac:spMkLst>
            <pc:docMk/>
            <pc:sldMk cId="2268951450" sldId="258"/>
            <ac:spMk id="12" creationId="{E8077E8A-7EF6-7E15-59F8-2024B76139A8}"/>
          </ac:spMkLst>
        </pc:spChg>
        <pc:spChg chg="add mod">
          <ac:chgData name="Jacky Zhang" userId="f228b115-2c85-4ee8-9eb3-79fdcf4c6855" providerId="ADAL" clId="{6F5C4D4A-E967-421F-BCE5-F87453D7071D}" dt="2026-10-19T03:27:14.023" v="182" actId="1076"/>
          <ac:spMkLst>
            <pc:docMk/>
            <pc:sldMk cId="2268951450" sldId="258"/>
            <ac:spMk id="18" creationId="{1E145557-EAFE-DED3-2011-6D14ECF59BC8}"/>
          </ac:spMkLst>
        </pc:spChg>
        <pc:spChg chg="add mod">
          <ac:chgData name="Jacky Zhang" userId="f228b115-2c85-4ee8-9eb3-79fdcf4c6855" providerId="ADAL" clId="{6F5C4D4A-E967-421F-BCE5-F87453D7071D}" dt="2026-10-19T03:32:57.621" v="290" actId="1076"/>
          <ac:spMkLst>
            <pc:docMk/>
            <pc:sldMk cId="2268951450" sldId="258"/>
            <ac:spMk id="20" creationId="{85CB1850-4578-E81C-3C8B-AF0F49958AD0}"/>
          </ac:spMkLst>
        </pc:spChg>
        <pc:spChg chg="add mod">
          <ac:chgData name="Jacky Zhang" userId="f228b115-2c85-4ee8-9eb3-79fdcf4c6855" providerId="ADAL" clId="{6F5C4D4A-E967-421F-BCE5-F87453D7071D}" dt="2026-10-19T03:37:50.958" v="385" actId="1076"/>
          <ac:spMkLst>
            <pc:docMk/>
            <pc:sldMk cId="2268951450" sldId="258"/>
            <ac:spMk id="21" creationId="{5BF988CD-80AD-6386-4325-8B865693FE63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2" creationId="{1643D12C-8B32-6DA6-09E6-D8DB31090B7F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4" creationId="{CBC53D9A-2AE4-CD57-55E0-10F62EF6FF11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6" creationId="{F5CED1DD-FC66-2D8E-C896-FD7DC28D0624}"/>
          </ac:spMkLst>
        </pc:spChg>
        <pc:spChg chg="add mod">
          <ac:chgData name="Jacky Zhang" userId="f228b115-2c85-4ee8-9eb3-79fdcf4c6855" providerId="ADAL" clId="{6F5C4D4A-E967-421F-BCE5-F87453D7071D}" dt="2026-10-19T03:34:42.963" v="297" actId="1076"/>
          <ac:spMkLst>
            <pc:docMk/>
            <pc:sldMk cId="2268951450" sldId="258"/>
            <ac:spMk id="28" creationId="{23932B26-5CFE-58B1-8E51-DB0FC713BBE2}"/>
          </ac:spMkLst>
        </pc:spChg>
        <pc:spChg chg="add mod">
          <ac:chgData name="Jacky Zhang" userId="f228b115-2c85-4ee8-9eb3-79fdcf4c6855" providerId="ADAL" clId="{6F5C4D4A-E967-421F-BCE5-F87453D7071D}" dt="2026-10-19T03:38:39.572" v="390" actId="1076"/>
          <ac:spMkLst>
            <pc:docMk/>
            <pc:sldMk cId="2268951450" sldId="258"/>
            <ac:spMk id="34" creationId="{B79D162C-5D8F-7592-8BD5-8FA4E106F77B}"/>
          </ac:spMkLst>
        </pc:spChg>
        <pc:graphicFrameChg chg="add del mod">
          <ac:chgData name="Jacky Zhang" userId="f228b115-2c85-4ee8-9eb3-79fdcf4c6855" providerId="ADAL" clId="{6F5C4D4A-E967-421F-BCE5-F87453D7071D}" dt="2026-10-19T03:26:30.772" v="178" actId="478"/>
          <ac:graphicFrameMkLst>
            <pc:docMk/>
            <pc:sldMk cId="2268951450" sldId="258"/>
            <ac:graphicFrameMk id="6" creationId="{629254ED-B4EE-8208-ECD7-C290C13B7433}"/>
          </ac:graphicFrameMkLst>
        </pc:graphicFrameChg>
        <pc:graphicFrameChg chg="add mod modGraphic">
          <ac:chgData name="Jacky Zhang" userId="f228b115-2c85-4ee8-9eb3-79fdcf4c6855" providerId="ADAL" clId="{6F5C4D4A-E967-421F-BCE5-F87453D7071D}" dt="2026-10-19T03:33:10.089" v="293" actId="20577"/>
          <ac:graphicFrameMkLst>
            <pc:docMk/>
            <pc:sldMk cId="2268951450" sldId="258"/>
            <ac:graphicFrameMk id="10" creationId="{ADB5E8DF-AFEC-DBDE-39FE-B2FFCB16F8E3}"/>
          </ac:graphicFrameMkLst>
        </pc:graphicFrameChg>
        <pc:graphicFrameChg chg="add mod">
          <ac:chgData name="Jacky Zhang" userId="f228b115-2c85-4ee8-9eb3-79fdcf4c6855" providerId="ADAL" clId="{6F5C4D4A-E967-421F-BCE5-F87453D7071D}" dt="2026-10-19T03:27:14.023" v="182" actId="1076"/>
          <ac:graphicFrameMkLst>
            <pc:docMk/>
            <pc:sldMk cId="2268951450" sldId="258"/>
            <ac:graphicFrameMk id="14" creationId="{7BAA89F1-C754-125B-EE0D-90A064ECD43F}"/>
          </ac:graphicFrameMkLst>
        </pc:graphicFrameChg>
        <pc:graphicFrameChg chg="add mod">
          <ac:chgData name="Jacky Zhang" userId="f228b115-2c85-4ee8-9eb3-79fdcf4c6855" providerId="ADAL" clId="{6F5C4D4A-E967-421F-BCE5-F87453D7071D}" dt="2026-10-19T03:27:14.023" v="182" actId="1076"/>
          <ac:graphicFrameMkLst>
            <pc:docMk/>
            <pc:sldMk cId="2268951450" sldId="258"/>
            <ac:graphicFrameMk id="16" creationId="{C8480D10-0887-154B-F78A-EA2EE334D91E}"/>
          </ac:graphicFrameMkLst>
        </pc:graphicFrameChg>
        <pc:picChg chg="add mod">
          <ac:chgData name="Jacky Zhang" userId="f228b115-2c85-4ee8-9eb3-79fdcf4c6855" providerId="ADAL" clId="{6F5C4D4A-E967-421F-BCE5-F87453D7071D}" dt="2026-10-19T03:34:42.963" v="297" actId="1076"/>
          <ac:picMkLst>
            <pc:docMk/>
            <pc:sldMk cId="2268951450" sldId="258"/>
            <ac:picMk id="5" creationId="{DFA113D0-8950-E008-4459-528A017177FE}"/>
          </ac:picMkLst>
        </pc:picChg>
        <pc:picChg chg="add mod">
          <ac:chgData name="Jacky Zhang" userId="f228b115-2c85-4ee8-9eb3-79fdcf4c6855" providerId="ADAL" clId="{6F5C4D4A-E967-421F-BCE5-F87453D7071D}" dt="2026-10-19T03:38:26.899" v="388" actId="1076"/>
          <ac:picMkLst>
            <pc:docMk/>
            <pc:sldMk cId="2268951450" sldId="258"/>
            <ac:picMk id="32" creationId="{3617EDFE-FD7C-C8AE-D929-55CE33B9D0D3}"/>
          </ac:picMkLst>
        </pc:picChg>
        <pc:cxnChg chg="add">
          <ac:chgData name="Jacky Zhang" userId="f228b115-2c85-4ee8-9eb3-79fdcf4c6855" providerId="ADAL" clId="{6F5C4D4A-E967-421F-BCE5-F87453D7071D}" dt="2026-10-19T03:37:32.384" v="377" actId="11529"/>
          <ac:cxnSpMkLst>
            <pc:docMk/>
            <pc:sldMk cId="2268951450" sldId="258"/>
            <ac:cxnSpMk id="30" creationId="{BAD3606A-9074-C81B-D830-64794547D93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0418-1720-DABB-7A99-59FF3B90D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B74F9-1B5A-5B14-48B2-31236BF40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A1D61-6C49-70E3-FC97-E63624D9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87558-0D2A-BB1F-FFCF-C498EAEB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6D486-473B-AA0C-1D17-14B4C912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9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18F6-364D-48B7-D42A-C4BF7642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D571B-D070-8902-9FC7-C3FE93DCD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B23DD-A050-93E7-58AD-95B0E194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E31F1-3081-7E1F-5AA2-462597D9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AD326-9829-4633-C2A1-47B16CA2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3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0215-14CC-7CF0-9EDF-667E58C4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C2FBB-3356-43CE-C6B8-C8039ABD5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708CF-52FA-356C-F05D-0CE29DD8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9EF70-CE0F-ACA3-3CAA-916A534E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347F3-FA82-CCF6-2862-03C6017B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5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A2A7-9427-319A-7151-F7D30303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B3FCD-6B30-A58A-A97B-CA37AC4D3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7C58C-345F-8FD1-4CE0-30532339E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5A598-CFA2-326C-8CD6-58196E9BF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4EE5C-C0F8-FC8B-BDB2-3FF3F71F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086AF-7449-34DE-AEB4-F948B3FA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0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7D6D-BEFF-9737-7CEF-56E307D1A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395B3-3100-A612-7733-ABA60833E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CB799-A936-C027-159E-3698B78AA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AE231-FF96-E800-6C8D-CB1CE3E17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D1EB0-0205-14CD-863D-340A627F6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AEFF2F-EA51-2224-39EF-1E5C38B5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11A335-D297-6DC4-375F-5F66F120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FB461-2926-F86C-98A6-EC819A75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A6DD-09D0-9205-5F72-3B4CEB04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A0AE8-6894-0534-F6FB-6356F328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EE15F-11F1-A5FC-9F62-4D64604BF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8EDA3-97FD-B7CC-9305-CD446CB4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7C9AD-8AF3-0F98-6CB3-DA285371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415B4-BC7B-80CD-2959-2C0D6E6C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07B61-5D1F-D3FC-4FB8-1F110266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8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C306-AE49-D7AF-1261-C4CD6294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9A3CF-0020-CEFF-C358-A1ACB20DC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A6A8F-46B4-79BF-944D-6336EFB13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EBB59-55D0-5328-F4DD-169EFC96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045CC-A913-5ABF-5F3A-85981312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7ECD5-9788-BEFE-194D-BA30310D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4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7DE6-2B0B-FF49-C31D-36CBDA70E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61D3A-6A93-A57A-0A3C-7CD2213AD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F84E1-2ED8-2727-7348-854B0E7F7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C136E-A6BB-878B-E76F-C8432DEC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CC378-BFA9-5159-E4DA-6D831F67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9DA51-FAC1-32EB-1639-929F8449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4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99A6-C98A-669E-C3FB-DA9876D9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E7B62-A3A9-CE98-68B5-03C340CE9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A1EF9-3D4D-C01E-7BF9-BEE61B73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2D060-1070-20D8-3E2E-4E0EA515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10133-2BBB-F0BD-A88A-BC6B26B6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90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A7F14-4B2C-328B-80DB-51E4EA7A5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0597F-E19A-00AA-E0FB-ABADEC4F5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2B3D7-9CA7-0E9B-D99C-64D5D2F3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0A568-5FD3-3141-94B6-1BB36560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3CD47-2D5A-CD92-D34A-D9D15120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2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635D1-7222-6AFF-6578-D7A1468C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2DAA9-7DC5-8186-5964-E961A673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39F8-B173-F9A7-7006-CA2AEF594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9AC6B0-E37C-4385-9821-E5A04B661708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94095-AFA0-CBC0-86FD-D6922BF8F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1A412-2602-4707-326E-3123A864B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B650A-DFAC-44EC-9FC9-925DE7EDA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3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72C167A-46ED-4446-59F9-E919088B83E4}"/>
              </a:ext>
            </a:extLst>
          </p:cNvPr>
          <p:cNvSpPr txBox="1"/>
          <p:nvPr/>
        </p:nvSpPr>
        <p:spPr>
          <a:xfrm>
            <a:off x="5085050" y="430142"/>
            <a:ext cx="1588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Cat vs Dog - 1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E9740-7E84-5DF0-4F32-BB8AA065E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73" y="1272291"/>
            <a:ext cx="10077658" cy="2741004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130412B5-B207-6633-98FB-B1E3E48D37AC}"/>
              </a:ext>
            </a:extLst>
          </p:cNvPr>
          <p:cNvSpPr/>
          <p:nvPr/>
        </p:nvSpPr>
        <p:spPr>
          <a:xfrm>
            <a:off x="1919542" y="4523139"/>
            <a:ext cx="656134" cy="6770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1EF28F-95A0-EBAB-82A7-8D2AF49B26B6}"/>
              </a:ext>
            </a:extLst>
          </p:cNvPr>
          <p:cNvSpPr/>
          <p:nvPr/>
        </p:nvSpPr>
        <p:spPr>
          <a:xfrm>
            <a:off x="1354149" y="5535260"/>
            <a:ext cx="1786919" cy="942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NN Model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1D01599A-5D57-3F42-996F-8F8191A5A31C}"/>
              </a:ext>
            </a:extLst>
          </p:cNvPr>
          <p:cNvSpPr/>
          <p:nvPr/>
        </p:nvSpPr>
        <p:spPr>
          <a:xfrm rot="16200000">
            <a:off x="4040346" y="5667883"/>
            <a:ext cx="656134" cy="6770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121EC5-0E74-9CBF-E764-46BF7A80F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817" y="5396820"/>
            <a:ext cx="1219200" cy="12192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6867EA7-31FA-621E-816C-6AC23C684A32}"/>
              </a:ext>
            </a:extLst>
          </p:cNvPr>
          <p:cNvCxnSpPr/>
          <p:nvPr/>
        </p:nvCxnSpPr>
        <p:spPr>
          <a:xfrm>
            <a:off x="6938272" y="6006420"/>
            <a:ext cx="19265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4C81BD7-9866-24EF-3211-0ECAB6B66347}"/>
              </a:ext>
            </a:extLst>
          </p:cNvPr>
          <p:cNvSpPr txBox="1"/>
          <p:nvPr/>
        </p:nvSpPr>
        <p:spPr>
          <a:xfrm>
            <a:off x="9896112" y="5821754"/>
            <a:ext cx="657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Dog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668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71BC-4086-99CF-5740-155557171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FC632076-2412-3A38-554F-592BE20502EF}"/>
              </a:ext>
            </a:extLst>
          </p:cNvPr>
          <p:cNvSpPr txBox="1"/>
          <p:nvPr/>
        </p:nvSpPr>
        <p:spPr>
          <a:xfrm>
            <a:off x="5085050" y="430142"/>
            <a:ext cx="1588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Cat vs Dog - 2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A6A878-F003-50E1-D5E5-C6EF3DCE07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85"/>
          <a:stretch>
            <a:fillRect/>
          </a:stretch>
        </p:blipFill>
        <p:spPr>
          <a:xfrm>
            <a:off x="840573" y="1272291"/>
            <a:ext cx="1281393" cy="2741004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959A8958-67AB-9AD2-3ED7-2773C7747EF1}"/>
              </a:ext>
            </a:extLst>
          </p:cNvPr>
          <p:cNvSpPr/>
          <p:nvPr/>
        </p:nvSpPr>
        <p:spPr>
          <a:xfrm rot="16200000">
            <a:off x="2474463" y="2304256"/>
            <a:ext cx="656134" cy="6770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07FF91-BCAF-983E-F66E-4F9711836DB2}"/>
              </a:ext>
            </a:extLst>
          </p:cNvPr>
          <p:cNvSpPr/>
          <p:nvPr/>
        </p:nvSpPr>
        <p:spPr>
          <a:xfrm>
            <a:off x="3413295" y="2171632"/>
            <a:ext cx="1074944" cy="942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 Model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7F8A4D1-5A22-67E7-B9C4-C3B36C82A2CF}"/>
              </a:ext>
            </a:extLst>
          </p:cNvPr>
          <p:cNvSpPr/>
          <p:nvPr/>
        </p:nvSpPr>
        <p:spPr>
          <a:xfrm rot="16200000">
            <a:off x="4040346" y="5667883"/>
            <a:ext cx="656134" cy="6770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CB05BD-1327-B4A5-3842-6F524A1EF8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817" y="5396820"/>
            <a:ext cx="1219200" cy="12192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07B06B-BDDB-F745-C440-42BB87C58B46}"/>
              </a:ext>
            </a:extLst>
          </p:cNvPr>
          <p:cNvCxnSpPr/>
          <p:nvPr/>
        </p:nvCxnSpPr>
        <p:spPr>
          <a:xfrm>
            <a:off x="6938272" y="6006420"/>
            <a:ext cx="19265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2D39BDC-FE1B-4A12-A131-EE6FC8B2AAE2}"/>
              </a:ext>
            </a:extLst>
          </p:cNvPr>
          <p:cNvSpPr txBox="1"/>
          <p:nvPr/>
        </p:nvSpPr>
        <p:spPr>
          <a:xfrm>
            <a:off x="9896112" y="5821754"/>
            <a:ext cx="657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Cat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5E139F-DA07-9F1A-2F44-F2D324F1C5C3}"/>
              </a:ext>
            </a:extLst>
          </p:cNvPr>
          <p:cNvSpPr/>
          <p:nvPr/>
        </p:nvSpPr>
        <p:spPr>
          <a:xfrm>
            <a:off x="4900796" y="1221527"/>
            <a:ext cx="3321824" cy="523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– 1 (long tie) Extract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A03C6D-095D-D659-1ED2-2F4917D913B7}"/>
              </a:ext>
            </a:extLst>
          </p:cNvPr>
          <p:cNvSpPr/>
          <p:nvPr/>
        </p:nvSpPr>
        <p:spPr>
          <a:xfrm>
            <a:off x="4900796" y="2101853"/>
            <a:ext cx="3321824" cy="523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– 2 (up ear) Extract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497D7A-A9ED-00EC-36F6-A014C303AF9C}"/>
              </a:ext>
            </a:extLst>
          </p:cNvPr>
          <p:cNvCxnSpPr/>
          <p:nvPr/>
        </p:nvCxnSpPr>
        <p:spPr>
          <a:xfrm>
            <a:off x="6559017" y="2889783"/>
            <a:ext cx="0" cy="711976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2263DBF-5A34-07E4-9038-354AD34C13B7}"/>
              </a:ext>
            </a:extLst>
          </p:cNvPr>
          <p:cNvSpPr/>
          <p:nvPr/>
        </p:nvSpPr>
        <p:spPr>
          <a:xfrm>
            <a:off x="4928717" y="3866178"/>
            <a:ext cx="3321824" cy="5235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– N (xxx) Extract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CC77C3-F3C3-0B4E-969C-6AECE0F817EC}"/>
              </a:ext>
            </a:extLst>
          </p:cNvPr>
          <p:cNvSpPr txBox="1"/>
          <p:nvPr/>
        </p:nvSpPr>
        <p:spPr>
          <a:xfrm>
            <a:off x="8710745" y="129861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89F751-152B-883B-B5B3-6631BFFC0C43}"/>
              </a:ext>
            </a:extLst>
          </p:cNvPr>
          <p:cNvSpPr txBox="1"/>
          <p:nvPr/>
        </p:nvSpPr>
        <p:spPr>
          <a:xfrm>
            <a:off x="8710745" y="21300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B5AD81-B4D8-3D20-B115-9329361EF6B3}"/>
              </a:ext>
            </a:extLst>
          </p:cNvPr>
          <p:cNvSpPr txBox="1"/>
          <p:nvPr/>
        </p:nvSpPr>
        <p:spPr>
          <a:xfrm>
            <a:off x="8710745" y="39314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DF5EEF-5943-8D5F-DE44-6E42F4729E72}"/>
              </a:ext>
            </a:extLst>
          </p:cNvPr>
          <p:cNvSpPr txBox="1"/>
          <p:nvPr/>
        </p:nvSpPr>
        <p:spPr>
          <a:xfrm>
            <a:off x="10923939" y="2499392"/>
            <a:ext cx="501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43A98B-FB81-E5ED-7104-628BA5C19412}"/>
              </a:ext>
            </a:extLst>
          </p:cNvPr>
          <p:cNvSpPr txBox="1"/>
          <p:nvPr/>
        </p:nvSpPr>
        <p:spPr>
          <a:xfrm>
            <a:off x="10923939" y="3061105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dog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120F389-5820-2385-A4FB-40CC68BB2170}"/>
              </a:ext>
            </a:extLst>
          </p:cNvPr>
          <p:cNvCxnSpPr>
            <a:stCxn id="16" idx="3"/>
            <a:endCxn id="21" idx="1"/>
          </p:cNvCxnSpPr>
          <p:nvPr/>
        </p:nvCxnSpPr>
        <p:spPr>
          <a:xfrm>
            <a:off x="9018843" y="1483282"/>
            <a:ext cx="1905096" cy="1200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606F1F9-9F2F-7736-1581-30C5AD31B6EE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9018843" y="2314726"/>
            <a:ext cx="1905096" cy="36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25C560-49FE-D6E5-6E72-10F31889A7CF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9018843" y="2684058"/>
            <a:ext cx="1905096" cy="1432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B2AD46-60C4-7A16-58EB-8F69E84661CF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9018843" y="1483282"/>
            <a:ext cx="1905096" cy="176248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47E7B0-8231-980A-53BC-40B5B0F094D8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9018843" y="2314726"/>
            <a:ext cx="1905096" cy="931045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1DAB1BF-1C93-DBDF-FAA2-8FBFEDF19E42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 flipV="1">
            <a:off x="9018843" y="3245771"/>
            <a:ext cx="1905096" cy="87035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50D3BB73-134E-15D6-1634-CABF619883FB}"/>
              </a:ext>
            </a:extLst>
          </p:cNvPr>
          <p:cNvSpPr/>
          <p:nvPr/>
        </p:nvSpPr>
        <p:spPr>
          <a:xfrm>
            <a:off x="2470973" y="5535259"/>
            <a:ext cx="1074944" cy="942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 Model</a:t>
            </a:r>
          </a:p>
        </p:txBody>
      </p:sp>
    </p:spTree>
    <p:extLst>
      <p:ext uri="{BB962C8B-B14F-4D97-AF65-F5344CB8AC3E}">
        <p14:creationId xmlns:p14="http://schemas.microsoft.com/office/powerpoint/2010/main" val="2730736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de110f8-2e0f-4d45-891d-bcf2218e253d}" enabled="0" method="" siteId="{5de110f8-2e0f-4d45-891d-bcf2218e253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46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Zhang</dc:creator>
  <cp:lastModifiedBy>Jacky Zhang</cp:lastModifiedBy>
  <cp:revision>18</cp:revision>
  <dcterms:created xsi:type="dcterms:W3CDTF">2026-10-19T03:01:12Z</dcterms:created>
  <dcterms:modified xsi:type="dcterms:W3CDTF">2026-10-20T00:44:16Z</dcterms:modified>
</cp:coreProperties>
</file>